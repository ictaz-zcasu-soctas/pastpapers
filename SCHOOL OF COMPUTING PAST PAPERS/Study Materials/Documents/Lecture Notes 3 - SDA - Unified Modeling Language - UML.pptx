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4292" r:id="rId2"/>
  </p:sldMasterIdLst>
  <p:notesMasterIdLst>
    <p:notesMasterId r:id="rId92"/>
  </p:notesMasterIdLst>
  <p:handoutMasterIdLst>
    <p:handoutMasterId r:id="rId93"/>
  </p:handoutMasterIdLst>
  <p:sldIdLst>
    <p:sldId id="527" r:id="rId3"/>
    <p:sldId id="265" r:id="rId4"/>
    <p:sldId id="320" r:id="rId5"/>
    <p:sldId id="639" r:id="rId6"/>
    <p:sldId id="658" r:id="rId7"/>
    <p:sldId id="624" r:id="rId8"/>
    <p:sldId id="759" r:id="rId9"/>
    <p:sldId id="748" r:id="rId10"/>
    <p:sldId id="760" r:id="rId11"/>
    <p:sldId id="768" r:id="rId12"/>
    <p:sldId id="761" r:id="rId13"/>
    <p:sldId id="674" r:id="rId14"/>
    <p:sldId id="682" r:id="rId15"/>
    <p:sldId id="763" r:id="rId16"/>
    <p:sldId id="683" r:id="rId17"/>
    <p:sldId id="762" r:id="rId18"/>
    <p:sldId id="684" r:id="rId19"/>
    <p:sldId id="681" r:id="rId20"/>
    <p:sldId id="676" r:id="rId21"/>
    <p:sldId id="678" r:id="rId22"/>
    <p:sldId id="680" r:id="rId23"/>
    <p:sldId id="686" r:id="rId24"/>
    <p:sldId id="749" r:id="rId25"/>
    <p:sldId id="776" r:id="rId26"/>
    <p:sldId id="690" r:id="rId27"/>
    <p:sldId id="687" r:id="rId28"/>
    <p:sldId id="691" r:id="rId29"/>
    <p:sldId id="764" r:id="rId30"/>
    <p:sldId id="696" r:id="rId31"/>
    <p:sldId id="694" r:id="rId32"/>
    <p:sldId id="770" r:id="rId33"/>
    <p:sldId id="695" r:id="rId34"/>
    <p:sldId id="698" r:id="rId35"/>
    <p:sldId id="765" r:id="rId36"/>
    <p:sldId id="699" r:id="rId37"/>
    <p:sldId id="701" r:id="rId38"/>
    <p:sldId id="771" r:id="rId39"/>
    <p:sldId id="702" r:id="rId40"/>
    <p:sldId id="704" r:id="rId41"/>
    <p:sldId id="703" r:id="rId42"/>
    <p:sldId id="750" r:id="rId43"/>
    <p:sldId id="705" r:id="rId44"/>
    <p:sldId id="706" r:id="rId45"/>
    <p:sldId id="707" r:id="rId46"/>
    <p:sldId id="772" r:id="rId47"/>
    <p:sldId id="778" r:id="rId48"/>
    <p:sldId id="708" r:id="rId49"/>
    <p:sldId id="709" r:id="rId50"/>
    <p:sldId id="710" r:id="rId51"/>
    <p:sldId id="679" r:id="rId52"/>
    <p:sldId id="777" r:id="rId53"/>
    <p:sldId id="711" r:id="rId54"/>
    <p:sldId id="769" r:id="rId55"/>
    <p:sldId id="758" r:id="rId56"/>
    <p:sldId id="713" r:id="rId57"/>
    <p:sldId id="714" r:id="rId58"/>
    <p:sldId id="766" r:id="rId59"/>
    <p:sldId id="715" r:id="rId60"/>
    <p:sldId id="719" r:id="rId61"/>
    <p:sldId id="773" r:id="rId62"/>
    <p:sldId id="720" r:id="rId63"/>
    <p:sldId id="721" r:id="rId64"/>
    <p:sldId id="722" r:id="rId65"/>
    <p:sldId id="767" r:id="rId66"/>
    <p:sldId id="723" r:id="rId67"/>
    <p:sldId id="724" r:id="rId68"/>
    <p:sldId id="725" r:id="rId69"/>
    <p:sldId id="774" r:id="rId70"/>
    <p:sldId id="726" r:id="rId71"/>
    <p:sldId id="731" r:id="rId72"/>
    <p:sldId id="751" r:id="rId73"/>
    <p:sldId id="732" r:id="rId74"/>
    <p:sldId id="733" r:id="rId75"/>
    <p:sldId id="728" r:id="rId76"/>
    <p:sldId id="775" r:id="rId77"/>
    <p:sldId id="729" r:id="rId78"/>
    <p:sldId id="740" r:id="rId79"/>
    <p:sldId id="741" r:id="rId80"/>
    <p:sldId id="742" r:id="rId81"/>
    <p:sldId id="743" r:id="rId82"/>
    <p:sldId id="744" r:id="rId83"/>
    <p:sldId id="745" r:id="rId84"/>
    <p:sldId id="739" r:id="rId85"/>
    <p:sldId id="754" r:id="rId86"/>
    <p:sldId id="753" r:id="rId87"/>
    <p:sldId id="755" r:id="rId88"/>
    <p:sldId id="756" r:id="rId89"/>
    <p:sldId id="263" r:id="rId90"/>
    <p:sldId id="308" r:id="rId91"/>
  </p:sldIdLst>
  <p:sldSz cx="9144000" cy="6858000" type="screen4x3"/>
  <p:notesSz cx="6985000" cy="92837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333333"/>
    <a:srgbClr val="DDDDDD"/>
    <a:srgbClr val="006600"/>
    <a:srgbClr val="B2B2B2"/>
    <a:srgbClr val="969696"/>
    <a:srgbClr val="808000"/>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19" autoAdjust="0"/>
    <p:restoredTop sz="94676" autoAdjust="0"/>
  </p:normalViewPr>
  <p:slideViewPr>
    <p:cSldViewPr>
      <p:cViewPr>
        <p:scale>
          <a:sx n="52" d="100"/>
          <a:sy n="52" d="100"/>
        </p:scale>
        <p:origin x="1786" y="54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2A551A4-F66E-148D-F31E-03DB5B2EFDCE}"/>
              </a:ext>
            </a:extLst>
          </p:cNvPr>
          <p:cNvSpPr>
            <a:spLocks noGrp="1"/>
          </p:cNvSpPr>
          <p:nvPr>
            <p:ph type="hdr" sz="quarter"/>
          </p:nvPr>
        </p:nvSpPr>
        <p:spPr>
          <a:xfrm>
            <a:off x="0" y="0"/>
            <a:ext cx="3027363" cy="463550"/>
          </a:xfrm>
          <a:prstGeom prst="rect">
            <a:avLst/>
          </a:prstGeom>
        </p:spPr>
        <p:txBody>
          <a:bodyPr vert="horz" lIns="92958" tIns="46479" rIns="92958" bIns="46479" rtlCol="0"/>
          <a:lstStyle>
            <a:lvl1pPr algn="l" eaLnBrk="1" hangingPunct="1">
              <a:defRPr sz="1200">
                <a:latin typeface="Arial" charset="0"/>
                <a:cs typeface="+mn-cs"/>
              </a:defRPr>
            </a:lvl1pPr>
          </a:lstStyle>
          <a:p>
            <a:pPr>
              <a:defRPr/>
            </a:pPr>
            <a:endParaRPr lang="en-US"/>
          </a:p>
        </p:txBody>
      </p:sp>
      <p:sp>
        <p:nvSpPr>
          <p:cNvPr id="3" name="Date Placeholder 2">
            <a:extLst>
              <a:ext uri="{FF2B5EF4-FFF2-40B4-BE49-F238E27FC236}">
                <a16:creationId xmlns:a16="http://schemas.microsoft.com/office/drawing/2014/main" id="{50CEB714-B856-BBC5-6C8B-B7CBDA259410}"/>
              </a:ext>
            </a:extLst>
          </p:cNvPr>
          <p:cNvSpPr>
            <a:spLocks noGrp="1"/>
          </p:cNvSpPr>
          <p:nvPr>
            <p:ph type="dt" sz="quarter" idx="1"/>
          </p:nvPr>
        </p:nvSpPr>
        <p:spPr>
          <a:xfrm>
            <a:off x="3956050" y="0"/>
            <a:ext cx="3027363" cy="463550"/>
          </a:xfrm>
          <a:prstGeom prst="rect">
            <a:avLst/>
          </a:prstGeom>
        </p:spPr>
        <p:txBody>
          <a:bodyPr vert="horz" lIns="92958" tIns="46479" rIns="92958" bIns="46479" rtlCol="0"/>
          <a:lstStyle>
            <a:lvl1pPr algn="r" eaLnBrk="1" hangingPunct="1">
              <a:defRPr sz="1200">
                <a:latin typeface="Arial" charset="0"/>
                <a:cs typeface="+mn-cs"/>
              </a:defRPr>
            </a:lvl1pPr>
          </a:lstStyle>
          <a:p>
            <a:pPr>
              <a:defRPr/>
            </a:pPr>
            <a:fld id="{EC0AF3B2-2FD5-4F43-A5BD-F0FA593409F0}" type="datetimeFigureOut">
              <a:rPr lang="en-US"/>
              <a:pPr>
                <a:defRPr/>
              </a:pPr>
              <a:t>9/14/2025</a:t>
            </a:fld>
            <a:endParaRPr lang="en-US"/>
          </a:p>
        </p:txBody>
      </p:sp>
      <p:sp>
        <p:nvSpPr>
          <p:cNvPr id="4" name="Footer Placeholder 3">
            <a:extLst>
              <a:ext uri="{FF2B5EF4-FFF2-40B4-BE49-F238E27FC236}">
                <a16:creationId xmlns:a16="http://schemas.microsoft.com/office/drawing/2014/main" id="{78089151-3573-7695-5013-3F64EAAEDF81}"/>
              </a:ext>
            </a:extLst>
          </p:cNvPr>
          <p:cNvSpPr>
            <a:spLocks noGrp="1"/>
          </p:cNvSpPr>
          <p:nvPr>
            <p:ph type="ftr" sz="quarter" idx="2"/>
          </p:nvPr>
        </p:nvSpPr>
        <p:spPr>
          <a:xfrm>
            <a:off x="0" y="8818563"/>
            <a:ext cx="3027363" cy="463550"/>
          </a:xfrm>
          <a:prstGeom prst="rect">
            <a:avLst/>
          </a:prstGeom>
        </p:spPr>
        <p:txBody>
          <a:bodyPr vert="horz" lIns="92958" tIns="46479" rIns="92958" bIns="46479" rtlCol="0" anchor="b"/>
          <a:lstStyle>
            <a:lvl1pPr algn="l" eaLnBrk="1" hangingPunct="1">
              <a:defRPr sz="1200">
                <a:latin typeface="Arial" charset="0"/>
                <a:cs typeface="+mn-cs"/>
              </a:defRPr>
            </a:lvl1pPr>
          </a:lstStyle>
          <a:p>
            <a:pPr>
              <a:defRPr/>
            </a:pPr>
            <a:endParaRPr lang="en-US"/>
          </a:p>
        </p:txBody>
      </p:sp>
      <p:sp>
        <p:nvSpPr>
          <p:cNvPr id="5" name="Slide Number Placeholder 4">
            <a:extLst>
              <a:ext uri="{FF2B5EF4-FFF2-40B4-BE49-F238E27FC236}">
                <a16:creationId xmlns:a16="http://schemas.microsoft.com/office/drawing/2014/main" id="{29280D31-EAA5-204D-0FCD-3F83046FAD08}"/>
              </a:ext>
            </a:extLst>
          </p:cNvPr>
          <p:cNvSpPr>
            <a:spLocks noGrp="1"/>
          </p:cNvSpPr>
          <p:nvPr>
            <p:ph type="sldNum" sz="quarter" idx="3"/>
          </p:nvPr>
        </p:nvSpPr>
        <p:spPr>
          <a:xfrm>
            <a:off x="3956050" y="8818563"/>
            <a:ext cx="3027363" cy="463550"/>
          </a:xfrm>
          <a:prstGeom prst="rect">
            <a:avLst/>
          </a:prstGeom>
        </p:spPr>
        <p:txBody>
          <a:bodyPr vert="horz" wrap="square" lIns="92958" tIns="46479" rIns="92958" bIns="46479" numCol="1" anchor="b" anchorCtr="0" compatLnSpc="1">
            <a:prstTxWarp prst="textNoShape">
              <a:avLst/>
            </a:prstTxWarp>
          </a:bodyPr>
          <a:lstStyle>
            <a:lvl1pPr algn="r" eaLnBrk="1" hangingPunct="1">
              <a:defRPr sz="1200"/>
            </a:lvl1pPr>
          </a:lstStyle>
          <a:p>
            <a:pPr>
              <a:defRPr/>
            </a:pPr>
            <a:fld id="{BD26827C-1416-40BC-AFC0-869BA71DC3D5}"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860EA3-40D4-1338-A6DB-7CE677648D5B}"/>
              </a:ext>
            </a:extLst>
          </p:cNvPr>
          <p:cNvSpPr>
            <a:spLocks noGrp="1"/>
          </p:cNvSpPr>
          <p:nvPr>
            <p:ph type="hdr" sz="quarter"/>
          </p:nvPr>
        </p:nvSpPr>
        <p:spPr>
          <a:xfrm>
            <a:off x="0" y="0"/>
            <a:ext cx="3027363" cy="46513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pPr>
              <a:defRPr/>
            </a:pPr>
            <a:endParaRPr lang="en-GB"/>
          </a:p>
        </p:txBody>
      </p:sp>
      <p:sp>
        <p:nvSpPr>
          <p:cNvPr id="3" name="Date Placeholder 2">
            <a:extLst>
              <a:ext uri="{FF2B5EF4-FFF2-40B4-BE49-F238E27FC236}">
                <a16:creationId xmlns:a16="http://schemas.microsoft.com/office/drawing/2014/main" id="{C37C639E-1120-6BC8-5BD6-81D3B0E13B72}"/>
              </a:ext>
            </a:extLst>
          </p:cNvPr>
          <p:cNvSpPr>
            <a:spLocks noGrp="1"/>
          </p:cNvSpPr>
          <p:nvPr>
            <p:ph type="dt" idx="1"/>
          </p:nvPr>
        </p:nvSpPr>
        <p:spPr>
          <a:xfrm>
            <a:off x="3956050" y="0"/>
            <a:ext cx="3027363" cy="46513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pPr>
              <a:defRPr/>
            </a:pPr>
            <a:fld id="{65C1CAAD-13E7-44AB-AC65-256ABD5C8D1F}" type="datetimeFigureOut">
              <a:rPr lang="en-GB"/>
              <a:pPr>
                <a:defRPr/>
              </a:pPr>
              <a:t>14/09/2025</a:t>
            </a:fld>
            <a:endParaRPr lang="en-GB"/>
          </a:p>
        </p:txBody>
      </p:sp>
      <p:sp>
        <p:nvSpPr>
          <p:cNvPr id="4" name="Slide Image Placeholder 3">
            <a:extLst>
              <a:ext uri="{FF2B5EF4-FFF2-40B4-BE49-F238E27FC236}">
                <a16:creationId xmlns:a16="http://schemas.microsoft.com/office/drawing/2014/main" id="{4FEC202C-09E7-089E-6E62-9762FB60C33E}"/>
              </a:ext>
            </a:extLst>
          </p:cNvPr>
          <p:cNvSpPr>
            <a:spLocks noGrp="1" noRot="1" noChangeAspect="1"/>
          </p:cNvSpPr>
          <p:nvPr>
            <p:ph type="sldImg" idx="2"/>
          </p:nvPr>
        </p:nvSpPr>
        <p:spPr>
          <a:xfrm>
            <a:off x="1403350" y="1160463"/>
            <a:ext cx="4178300" cy="3133725"/>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8BD48EB8-196B-3E0A-205A-AEEB9EC35CE4}"/>
              </a:ext>
            </a:extLst>
          </p:cNvPr>
          <p:cNvSpPr>
            <a:spLocks noGrp="1"/>
          </p:cNvSpPr>
          <p:nvPr>
            <p:ph type="body" sz="quarter" idx="3"/>
          </p:nvPr>
        </p:nvSpPr>
        <p:spPr>
          <a:xfrm>
            <a:off x="698500" y="4467225"/>
            <a:ext cx="5588000" cy="3656013"/>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a:extLst>
              <a:ext uri="{FF2B5EF4-FFF2-40B4-BE49-F238E27FC236}">
                <a16:creationId xmlns:a16="http://schemas.microsoft.com/office/drawing/2014/main" id="{5604E48F-7630-BAC3-2ED1-EEFB7CF245F2}"/>
              </a:ext>
            </a:extLst>
          </p:cNvPr>
          <p:cNvSpPr>
            <a:spLocks noGrp="1"/>
          </p:cNvSpPr>
          <p:nvPr>
            <p:ph type="ftr" sz="quarter" idx="4"/>
          </p:nvPr>
        </p:nvSpPr>
        <p:spPr>
          <a:xfrm>
            <a:off x="0" y="8818563"/>
            <a:ext cx="3027363" cy="465137"/>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pPr>
              <a:defRPr/>
            </a:pPr>
            <a:endParaRPr lang="en-GB"/>
          </a:p>
        </p:txBody>
      </p:sp>
      <p:sp>
        <p:nvSpPr>
          <p:cNvPr id="7" name="Slide Number Placeholder 6">
            <a:extLst>
              <a:ext uri="{FF2B5EF4-FFF2-40B4-BE49-F238E27FC236}">
                <a16:creationId xmlns:a16="http://schemas.microsoft.com/office/drawing/2014/main" id="{73CA79F9-9F84-8204-0CCE-9AF563970383}"/>
              </a:ext>
            </a:extLst>
          </p:cNvPr>
          <p:cNvSpPr>
            <a:spLocks noGrp="1"/>
          </p:cNvSpPr>
          <p:nvPr>
            <p:ph type="sldNum" sz="quarter" idx="5"/>
          </p:nvPr>
        </p:nvSpPr>
        <p:spPr>
          <a:xfrm>
            <a:off x="3956050" y="8818563"/>
            <a:ext cx="3027363" cy="46513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BF9DD132-74B6-4A3B-AAD0-ED4D30EB6382}"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DB2D1354-C8BE-A324-77B2-286D04BBF9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F2C85BB1-77E9-2405-FA0E-C22BB049F4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2532" name="Slide Number Placeholder 3">
            <a:extLst>
              <a:ext uri="{FF2B5EF4-FFF2-40B4-BE49-F238E27FC236}">
                <a16:creationId xmlns:a16="http://schemas.microsoft.com/office/drawing/2014/main" id="{7639E40D-8E5F-9395-D7B6-AAAFF5A50B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51D1A0D-0C4C-4339-95B3-0DC77FA073C4}" type="slidenum">
              <a:rPr lang="en-GB" altLang="en-US" smtClean="0">
                <a:solidFill>
                  <a:srgbClr val="000000"/>
                </a:solidFill>
              </a:rPr>
              <a:pPr/>
              <a:t>1</a:t>
            </a:fld>
            <a:endParaRPr lang="en-GB" altLang="en-US">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BDA327CC-653F-D3EF-1784-FBFDA1082B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a:extLst>
              <a:ext uri="{FF2B5EF4-FFF2-40B4-BE49-F238E27FC236}">
                <a16:creationId xmlns:a16="http://schemas.microsoft.com/office/drawing/2014/main" id="{65F5362A-B132-EBD8-4954-26C11767D0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Slide Number Placeholder 3">
            <a:extLst>
              <a:ext uri="{FF2B5EF4-FFF2-40B4-BE49-F238E27FC236}">
                <a16:creationId xmlns:a16="http://schemas.microsoft.com/office/drawing/2014/main" id="{521BDE21-ADFD-A936-0928-7EF8ACAF7F0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D9FE60E-E872-40FA-A620-DED2012772FC}"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3B0CC893-D217-B306-0B59-115EB528A4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6784D938-5B9B-38D8-ACDE-58F8D43CC1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6628" name="Slide Number Placeholder 3">
            <a:extLst>
              <a:ext uri="{FF2B5EF4-FFF2-40B4-BE49-F238E27FC236}">
                <a16:creationId xmlns:a16="http://schemas.microsoft.com/office/drawing/2014/main" id="{5128D42C-65E2-E942-567C-F035BBEDC99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3B3B087-7898-46DC-92B5-99C09D43C0F3}"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3B0CC893-D217-B306-0B59-115EB528A4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6784D938-5B9B-38D8-ACDE-58F8D43CC1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6628" name="Slide Number Placeholder 3">
            <a:extLst>
              <a:ext uri="{FF2B5EF4-FFF2-40B4-BE49-F238E27FC236}">
                <a16:creationId xmlns:a16="http://schemas.microsoft.com/office/drawing/2014/main" id="{5128D42C-65E2-E942-567C-F035BBEDC99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3B3B087-7898-46DC-92B5-99C09D43C0F3}"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15356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3B0CC893-D217-B306-0B59-115EB528A4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6784D938-5B9B-38D8-ACDE-58F8D43CC1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6628" name="Slide Number Placeholder 3">
            <a:extLst>
              <a:ext uri="{FF2B5EF4-FFF2-40B4-BE49-F238E27FC236}">
                <a16:creationId xmlns:a16="http://schemas.microsoft.com/office/drawing/2014/main" id="{5128D42C-65E2-E942-567C-F035BBEDC99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3B3B087-7898-46DC-92B5-99C09D43C0F3}"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954627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6</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949818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5F39B-CE51-2064-0FA6-451E1D376B73}"/>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12155ECF-A957-ECB3-837C-5E256B559C0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E9D59DBD-3D38-AB2E-A32F-DB49FD2E2E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CA11BCAA-5175-C478-B5A8-03AAB8F1BA5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7</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61733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FF84A-ACBD-522B-6681-374C6E1D67AC}"/>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D580E295-9EE7-0F21-4553-FD2FC89EAF6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89819300-5868-FDF9-A8D4-15C15D1EE5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420ECEF5-9C80-15D6-34D8-3F3DD858E00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7489290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7104A-0CFA-AFD0-1C42-620A968773D5}"/>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806839A8-F752-757A-B6B3-2682932FC3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62C506EF-69B9-D14A-308F-6F0FF04541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4047BF0D-A366-0EF3-038D-020C1F9E359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246301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74EDE-8430-CE2D-B41A-305FC6E10389}"/>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CC940646-7B97-EB14-0662-7467F8AF0B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D5BD26F8-3211-4402-EAD1-31789AFC99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A5F4FD45-2195-5135-21FA-8D64335071F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10</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727627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F1C99-2F23-3A09-BBD2-F4B9E6F931E8}"/>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8CB71DD0-565D-64D9-5D15-73784E5E02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B1F18E1B-A735-848B-E19D-C9F72CF744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5DD9AC82-70BD-DF99-F4CF-6AB7B0999CA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11</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597207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344671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88365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6F71F-25B6-7362-7906-2FD7A1AC96BD}"/>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A6326373-9BC1-48EB-EFA5-6B825C3B0E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8BF2ECC8-CEF4-4231-2746-AB6DE4789C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9D30D09-BA39-CB8A-468A-8ACC5F3DBFE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61854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7670820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5567D-638B-DE34-913C-EF2083D336CC}"/>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45468FFC-62C9-A4D4-BEA2-5FC410458A3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0A895B0-2418-AE56-C779-411364EE1E4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2E8F9A3F-46F9-DFDB-33A3-462B493DBF7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8232046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0435295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18</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012791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199099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28397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672372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6470553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85B41-1280-3533-363C-6534724A052E}"/>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BEBB61EF-5509-AD85-6706-DD8AE963F9D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F2836FD0-1627-A7A4-1820-74960A50551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1DA033F5-9E8F-DA0A-CB55-ED08720A3F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956405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E27AB-4AC5-B38D-6D23-D873AD71FEE0}"/>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4ED9AB2C-2E66-D35C-9163-75C2FB00DEE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140E6627-AD22-6FE9-9626-0324DCF7B08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128A152E-4891-55AB-E4BB-5A14EE741C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6611061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020520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5772121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23357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5BF33-25CC-57FC-AB33-4B8B535C7273}"/>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C022BF5A-1CB6-AE68-6411-E495724BCC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7D8718E-1406-5023-1C7C-53B22BF4BF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0099B751-540D-CB08-C475-C5EBF9066EF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8121557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49318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3629342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4BE65-EA18-F76A-3624-069860986654}"/>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35D5B98B-2F40-A72B-B0A7-60A1DB191C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3B804E2D-4579-D5CB-5100-92B15328ED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0AB02EB9-5453-8AD9-566C-BCB79D427AF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830047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32</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2005992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33</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3709134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DD19B-F21F-DED2-DDBC-E0631B6D73E7}"/>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03D9F046-1FE4-0B70-A029-CE36E924FA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AF6385EC-C3F5-585C-133A-61DB162957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43F0324B-5E1F-CAE3-4164-0E243DB6B8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34</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154876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35</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8951698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36</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946347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98604-7727-DAC0-4AB3-6A460FD5B9F7}"/>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90272B06-196A-B3FA-A933-D9A9693CEB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41D1FDDF-A41B-6E27-A259-DA25F2644A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9EFC2BC7-90AF-DF2C-9837-2F9E4E2246C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37</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0244354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38</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061504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39</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888674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40</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662498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02FE0-D016-2880-6C85-5566587AE43F}"/>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7F96B17E-69F0-092A-0AB9-537C00EBAF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23884481-EEF9-911A-95DB-D579C5C3983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26BF58AB-E0BF-F094-1799-87F91E0F928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41</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3226350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42</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883274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43</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9829254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44</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5426801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96D31-96FE-0512-87DA-538864A7D95F}"/>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44FF9BEF-61EB-D214-C4ED-F8A615FBDC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2EFCBD2-94BF-07A3-27C3-FE68C27B9C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D6127F29-6D75-89CC-7B53-DA4F5485E73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45</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190155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56251-8C03-ADC6-414E-B2DA615116CA}"/>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74EED87-5605-8EF9-F018-4983229E3C0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BD44A4E2-CB50-EC55-8E8D-DC3F8AB94B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E7A7B5B8-9A6A-D4F9-7979-6314CCCD21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46</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0597996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47</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340174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48</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8926002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49</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46036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3253422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18040-5785-967F-A851-0F44250E4147}"/>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F5A94240-438A-95DE-76CA-00A633E015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E5F8882D-F3DD-FAC2-80B7-2D227F107F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60296E3C-C6DA-52F0-294E-DACAD2BABF1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195937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52</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637314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10471-1970-C4E1-5FE7-FAC1A942F068}"/>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60F95FA7-3542-63EF-C220-E75419EABB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7B55F5D0-8982-2D6E-876A-471B98C0BD1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AB9E03DE-41D3-6648-B43A-C12E431EDD7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53</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00890484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AF78B-6E35-5DF5-4CB9-3619A5850BC9}"/>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7E6D012B-A540-29B5-0E00-0E3F71E0522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E247F333-E59A-5EFC-D39B-C648F4BA53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B54A3655-4C85-0CE3-82A1-A06135A49E9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54</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5525953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55</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751544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56</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2704394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A19DF-064E-3DD5-7765-9C42BFA52858}"/>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D83455A1-A9ED-DEE4-423F-8CB257229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7320F7A0-F444-D560-7A3B-9D429E4A2ED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92B56E9D-1D18-438F-5409-ED372DF38A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57</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9587553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58</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57486057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59</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7215255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4D979-3867-6548-4E79-2C94E48162A9}"/>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164A5EEC-336C-E2CA-AD0F-5E4895BF9C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7C71BC99-34A7-06AB-3964-8BDEA25620C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DC79045A-CF71-5A55-0D8C-50739B4D790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60</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3288409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61</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397785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62</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332330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63</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0658822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ACF1-755F-6D8A-3F53-0E9E1E6A2159}"/>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A91832CB-5C8F-8AA1-8D77-37E945F9EF2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E8BD39A8-D42D-4168-B6F1-AD3525906D2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18423139-1583-5992-9D17-B8EA5EE023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64</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31029023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65</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87383715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66</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4092256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67</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1993190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AA07E-3EF8-0AD7-0E1F-2F8303C7EBCB}"/>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163ACFB8-4917-B21F-2233-D425798B940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2D465350-952C-8BD8-9EBC-CCE3C90CBA5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DB012EB3-5168-40D2-77EE-71F808DCD3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68</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3960358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69</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11765020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70</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6116735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E6D82-4558-BBFA-DA61-C7B92037F89B}"/>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341D091B-E966-78F7-1D37-3F9B47A9CF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305E4CDA-BAD8-C9CE-9BC8-A9D2693929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379DCDD-1C47-6DDA-3349-1FDDDA473D6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71</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02801608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72</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84394564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73</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9564617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74</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7752704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75C1A-8B6D-A751-D029-EEF5609606A6}"/>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08FC6130-F9D3-5BBD-7317-E5D88428C2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A2099107-52BE-C46A-EB91-65EA6DAB6C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96E8887F-0A5A-97D8-828D-2107D019457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75</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6148981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76</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7259323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77</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1262841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78</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57789952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79</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0587090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80</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35486557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81</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62070771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82</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9563609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FF2E11-98E7-7E58-A090-24FD51B690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8844DF2-740B-FCB6-2607-37533CF38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3171FDAB-1B9B-7C80-3279-F8410698EE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83</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6877738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5B5B1-D1B2-7EC1-7BC2-A38F1B43C52E}"/>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8BFD4342-91E8-E4B5-755D-51B3E4F0C5C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18C39A98-B3A2-147D-E6F3-D1888EBA2A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78390665-1BE4-E485-9826-3DA912052A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84</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89539497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AFCEB-B8F6-CA15-308C-30304BF9C0EB}"/>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ED603E66-EF68-19DE-1184-9EA3DDFCC4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99446D09-3474-2B63-75DC-D8A9B3B547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92738F70-C00D-6E96-F8E3-ECA36116F0A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85</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14412507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A78AC-5B85-759E-5DF2-28A732BABDDF}"/>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256EF93B-B509-972D-E257-AD9594902C3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83210EC3-61BD-ECC0-6656-897DC4CC33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29ED3831-3E5A-CB93-BEBC-EFE8ECD8A7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86</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2263206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1CE70-6C2C-D544-7480-066A1A86EDDE}"/>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90DEA7D0-7B11-0E99-690B-FB70710E1A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79ADFD29-5058-28D4-E971-F4F3221590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4CF072E1-A7D6-1EC5-46CB-8875761F9D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213DE21-9CF4-4890-9242-8A7C0F64E4FD}"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87</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5874645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a:extLst>
              <a:ext uri="{FF2B5EF4-FFF2-40B4-BE49-F238E27FC236}">
                <a16:creationId xmlns:a16="http://schemas.microsoft.com/office/drawing/2014/main" id="{7F6C6089-5509-4D01-B747-89910E9FCB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a:extLst>
              <a:ext uri="{FF2B5EF4-FFF2-40B4-BE49-F238E27FC236}">
                <a16:creationId xmlns:a16="http://schemas.microsoft.com/office/drawing/2014/main" id="{CA8E1125-D98A-47B8-B0A5-46BA73672D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118788" name="Slide Number Placeholder 3">
            <a:extLst>
              <a:ext uri="{FF2B5EF4-FFF2-40B4-BE49-F238E27FC236}">
                <a16:creationId xmlns:a16="http://schemas.microsoft.com/office/drawing/2014/main" id="{F9EA1FBD-A936-43BE-8AC1-AD065DE429F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6C34BC2-A094-4552-959B-EDB5894B8DBA}"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89</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7" descr="Droplets-SD-Title-R1d.png">
            <a:extLst>
              <a:ext uri="{FF2B5EF4-FFF2-40B4-BE49-F238E27FC236}">
                <a16:creationId xmlns:a16="http://schemas.microsoft.com/office/drawing/2014/main" id="{FF5E1F99-C7F0-A38B-DC70-5C33E738643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313259" y="1300786"/>
            <a:ext cx="6517482" cy="2509213"/>
          </a:xfrm>
        </p:spPr>
        <p:txBody>
          <a:bodyPr anchor="b"/>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Date Placeholder 3">
            <a:extLst>
              <a:ext uri="{FF2B5EF4-FFF2-40B4-BE49-F238E27FC236}">
                <a16:creationId xmlns:a16="http://schemas.microsoft.com/office/drawing/2014/main" id="{DC13CAF8-C442-FC6B-83F7-7D568AAA3182}"/>
              </a:ext>
            </a:extLst>
          </p:cNvPr>
          <p:cNvSpPr>
            <a:spLocks noGrp="1"/>
          </p:cNvSpPr>
          <p:nvPr>
            <p:ph type="dt" sz="half" idx="10"/>
          </p:nvPr>
        </p:nvSpPr>
        <p:spPr/>
        <p:txBody>
          <a:bodyPr/>
          <a:lstStyle>
            <a:lvl1pPr>
              <a:defRPr/>
            </a:lvl1pPr>
          </a:lstStyle>
          <a:p>
            <a:pPr>
              <a:defRPr/>
            </a:pPr>
            <a:fld id="{9CA2F1DA-FB6E-4488-997D-58A98832227B}" type="datetimeFigureOut">
              <a:rPr lang="en-US"/>
              <a:pPr>
                <a:defRPr/>
              </a:pPr>
              <a:t>9/14/2025</a:t>
            </a:fld>
            <a:endParaRPr lang="en-US"/>
          </a:p>
        </p:txBody>
      </p:sp>
      <p:sp>
        <p:nvSpPr>
          <p:cNvPr id="6" name="Footer Placeholder 4">
            <a:extLst>
              <a:ext uri="{FF2B5EF4-FFF2-40B4-BE49-F238E27FC236}">
                <a16:creationId xmlns:a16="http://schemas.microsoft.com/office/drawing/2014/main" id="{89072BCC-43F7-0EA3-3A45-13E3DAAC02B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E1ADCB4-620B-B5DC-2B91-01CA3CE71124}"/>
              </a:ext>
            </a:extLst>
          </p:cNvPr>
          <p:cNvSpPr>
            <a:spLocks noGrp="1"/>
          </p:cNvSpPr>
          <p:nvPr>
            <p:ph type="sldNum" sz="quarter" idx="12"/>
          </p:nvPr>
        </p:nvSpPr>
        <p:spPr/>
        <p:txBody>
          <a:bodyPr/>
          <a:lstStyle>
            <a:lvl1pPr>
              <a:defRPr/>
            </a:lvl1pPr>
          </a:lstStyle>
          <a:p>
            <a:pPr>
              <a:defRPr/>
            </a:pPr>
            <a:fld id="{9FE75C9B-E3F8-49BA-9BA6-CDF9D881D472}" type="slidenum">
              <a:rPr lang="en-US" altLang="en-US"/>
              <a:pPr>
                <a:defRPr/>
              </a:pPr>
              <a:t>‹#›</a:t>
            </a:fld>
            <a:endParaRPr lang="en-US" altLang="en-US"/>
          </a:p>
        </p:txBody>
      </p:sp>
    </p:spTree>
    <p:extLst>
      <p:ext uri="{BB962C8B-B14F-4D97-AF65-F5344CB8AC3E}">
        <p14:creationId xmlns:p14="http://schemas.microsoft.com/office/powerpoint/2010/main" val="2444331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7" descr="Droplets-SD-Content-R1d.png">
            <a:extLst>
              <a:ext uri="{FF2B5EF4-FFF2-40B4-BE49-F238E27FC236}">
                <a16:creationId xmlns:a16="http://schemas.microsoft.com/office/drawing/2014/main" id="{1EEABCFF-9BA0-726C-C957-272CA662A25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9E14DBF-EA55-2119-6384-FCD8E2479DAC}"/>
              </a:ext>
            </a:extLst>
          </p:cNvPr>
          <p:cNvSpPr>
            <a:spLocks noGrp="1"/>
          </p:cNvSpPr>
          <p:nvPr>
            <p:ph type="dt" sz="half" idx="14"/>
          </p:nvPr>
        </p:nvSpPr>
        <p:spPr/>
        <p:txBody>
          <a:bodyPr/>
          <a:lstStyle>
            <a:lvl1pPr>
              <a:defRPr/>
            </a:lvl1pPr>
          </a:lstStyle>
          <a:p>
            <a:pPr>
              <a:defRPr/>
            </a:pPr>
            <a:fld id="{3D4E2355-AB46-494E-91EE-9B974F74361E}" type="datetimeFigureOut">
              <a:rPr lang="en-US"/>
              <a:pPr>
                <a:defRPr/>
              </a:pPr>
              <a:t>9/14/2025</a:t>
            </a:fld>
            <a:endParaRPr lang="en-US"/>
          </a:p>
        </p:txBody>
      </p:sp>
      <p:sp>
        <p:nvSpPr>
          <p:cNvPr id="5" name="Footer Placeholder 4">
            <a:extLst>
              <a:ext uri="{FF2B5EF4-FFF2-40B4-BE49-F238E27FC236}">
                <a16:creationId xmlns:a16="http://schemas.microsoft.com/office/drawing/2014/main" id="{A30F83BD-F684-F71B-9B81-F45D31D6198A}"/>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7413C6F-0A00-AA92-ED07-A6200C7FE001}"/>
              </a:ext>
            </a:extLst>
          </p:cNvPr>
          <p:cNvSpPr>
            <a:spLocks noGrp="1"/>
          </p:cNvSpPr>
          <p:nvPr>
            <p:ph type="sldNum" sz="quarter" idx="16"/>
          </p:nvPr>
        </p:nvSpPr>
        <p:spPr/>
        <p:txBody>
          <a:bodyPr/>
          <a:lstStyle>
            <a:lvl1pPr>
              <a:defRPr/>
            </a:lvl1pPr>
          </a:lstStyle>
          <a:p>
            <a:pPr>
              <a:defRPr/>
            </a:pPr>
            <a:fld id="{08551FEC-FC3B-4FFF-AF66-32F53D11E926}" type="slidenum">
              <a:rPr lang="en-US" altLang="en-US"/>
              <a:pPr>
                <a:defRPr/>
              </a:pPr>
              <a:t>‹#›</a:t>
            </a:fld>
            <a:endParaRPr lang="en-US" altLang="en-US"/>
          </a:p>
        </p:txBody>
      </p:sp>
    </p:spTree>
    <p:extLst>
      <p:ext uri="{BB962C8B-B14F-4D97-AF65-F5344CB8AC3E}">
        <p14:creationId xmlns:p14="http://schemas.microsoft.com/office/powerpoint/2010/main" val="2463592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7" descr="Droplets-SD-Content-R1d.png">
            <a:extLst>
              <a:ext uri="{FF2B5EF4-FFF2-40B4-BE49-F238E27FC236}">
                <a16:creationId xmlns:a16="http://schemas.microsoft.com/office/drawing/2014/main" id="{16D8F064-5754-ADF8-6682-64C53E3D37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331" y="828564"/>
            <a:ext cx="7763814" cy="2736819"/>
          </a:xfrm>
        </p:spPr>
        <p:txBody>
          <a:bodyPr anchor="b"/>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FA72C30F-A151-FC55-E4B1-335DE9F9EDD4}"/>
              </a:ext>
            </a:extLst>
          </p:cNvPr>
          <p:cNvSpPr>
            <a:spLocks noGrp="1"/>
          </p:cNvSpPr>
          <p:nvPr>
            <p:ph type="dt" sz="half" idx="10"/>
          </p:nvPr>
        </p:nvSpPr>
        <p:spPr/>
        <p:txBody>
          <a:bodyPr/>
          <a:lstStyle>
            <a:lvl1pPr>
              <a:defRPr/>
            </a:lvl1pPr>
          </a:lstStyle>
          <a:p>
            <a:pPr>
              <a:defRPr/>
            </a:pPr>
            <a:fld id="{45B98385-38D9-4CF9-AADF-8EEF7AAB4B93}" type="datetimeFigureOut">
              <a:rPr lang="en-US"/>
              <a:pPr>
                <a:defRPr/>
              </a:pPr>
              <a:t>9/14/2025</a:t>
            </a:fld>
            <a:endParaRPr lang="en-US"/>
          </a:p>
        </p:txBody>
      </p:sp>
      <p:sp>
        <p:nvSpPr>
          <p:cNvPr id="6" name="Footer Placeholder 4">
            <a:extLst>
              <a:ext uri="{FF2B5EF4-FFF2-40B4-BE49-F238E27FC236}">
                <a16:creationId xmlns:a16="http://schemas.microsoft.com/office/drawing/2014/main" id="{0AA2FCD4-302D-7569-E77E-652D2144BE1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C9E3C35-246E-A245-BDB1-40A94883F3F2}"/>
              </a:ext>
            </a:extLst>
          </p:cNvPr>
          <p:cNvSpPr>
            <a:spLocks noGrp="1"/>
          </p:cNvSpPr>
          <p:nvPr>
            <p:ph type="sldNum" sz="quarter" idx="12"/>
          </p:nvPr>
        </p:nvSpPr>
        <p:spPr/>
        <p:txBody>
          <a:bodyPr/>
          <a:lstStyle>
            <a:lvl1pPr>
              <a:defRPr/>
            </a:lvl1pPr>
          </a:lstStyle>
          <a:p>
            <a:pPr>
              <a:defRPr/>
            </a:pPr>
            <a:fld id="{0B99F214-8357-46A6-BE48-01B3244FE1B3}" type="slidenum">
              <a:rPr lang="en-US" altLang="en-US"/>
              <a:pPr>
                <a:defRPr/>
              </a:pPr>
              <a:t>‹#›</a:t>
            </a:fld>
            <a:endParaRPr lang="en-US" altLang="en-US"/>
          </a:p>
        </p:txBody>
      </p:sp>
    </p:spTree>
    <p:extLst>
      <p:ext uri="{BB962C8B-B14F-4D97-AF65-F5344CB8AC3E}">
        <p14:creationId xmlns:p14="http://schemas.microsoft.com/office/powerpoint/2010/main" val="2489578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2" name="Picture 7" descr="Droplets-SD-Content-R1d.png">
            <a:extLst>
              <a:ext uri="{FF2B5EF4-FFF2-40B4-BE49-F238E27FC236}">
                <a16:creationId xmlns:a16="http://schemas.microsoft.com/office/drawing/2014/main" id="{CEE8085F-04C9-1F1D-4667-6FF8933DBC3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4">
            <a:extLst>
              <a:ext uri="{FF2B5EF4-FFF2-40B4-BE49-F238E27FC236}">
                <a16:creationId xmlns:a16="http://schemas.microsoft.com/office/drawing/2014/main" id="{8D30EBCC-3074-3920-2854-34E6FB0C5357}"/>
              </a:ext>
            </a:extLst>
          </p:cNvPr>
          <p:cNvSpPr>
            <a:spLocks noGrp="1"/>
          </p:cNvSpPr>
          <p:nvPr>
            <p:ph type="dt" sz="half" idx="15"/>
          </p:nvPr>
        </p:nvSpPr>
        <p:spPr/>
        <p:txBody>
          <a:bodyPr/>
          <a:lstStyle>
            <a:lvl1pPr>
              <a:defRPr/>
            </a:lvl1pPr>
          </a:lstStyle>
          <a:p>
            <a:pPr>
              <a:defRPr/>
            </a:pPr>
            <a:fld id="{B9DF81AA-C064-4675-8C2A-4171EFFD33F5}" type="datetimeFigureOut">
              <a:rPr lang="en-US"/>
              <a:pPr>
                <a:defRPr/>
              </a:pPr>
              <a:t>9/14/2025</a:t>
            </a:fld>
            <a:endParaRPr lang="en-US"/>
          </a:p>
        </p:txBody>
      </p:sp>
      <p:sp>
        <p:nvSpPr>
          <p:cNvPr id="4" name="Footer Placeholder 5">
            <a:extLst>
              <a:ext uri="{FF2B5EF4-FFF2-40B4-BE49-F238E27FC236}">
                <a16:creationId xmlns:a16="http://schemas.microsoft.com/office/drawing/2014/main" id="{66165A9D-8D52-6889-0F66-15B89820FEFF}"/>
              </a:ext>
            </a:extLst>
          </p:cNvPr>
          <p:cNvSpPr>
            <a:spLocks noGrp="1"/>
          </p:cNvSpPr>
          <p:nvPr>
            <p:ph type="ftr" sz="quarter" idx="16"/>
          </p:nvPr>
        </p:nvSpPr>
        <p:spPr/>
        <p:txBody>
          <a:bodyPr/>
          <a:lstStyle>
            <a:lvl1pPr>
              <a:defRPr/>
            </a:lvl1pPr>
          </a:lstStyle>
          <a:p>
            <a:pPr>
              <a:defRPr/>
            </a:pPr>
            <a:endParaRPr lang="en-US"/>
          </a:p>
        </p:txBody>
      </p:sp>
      <p:sp>
        <p:nvSpPr>
          <p:cNvPr id="5" name="Slide Number Placeholder 6">
            <a:extLst>
              <a:ext uri="{FF2B5EF4-FFF2-40B4-BE49-F238E27FC236}">
                <a16:creationId xmlns:a16="http://schemas.microsoft.com/office/drawing/2014/main" id="{E0481822-3BEC-F29A-4E52-675AFF3A5C1A}"/>
              </a:ext>
            </a:extLst>
          </p:cNvPr>
          <p:cNvSpPr>
            <a:spLocks noGrp="1"/>
          </p:cNvSpPr>
          <p:nvPr>
            <p:ph type="sldNum" sz="quarter" idx="17"/>
          </p:nvPr>
        </p:nvSpPr>
        <p:spPr/>
        <p:txBody>
          <a:bodyPr/>
          <a:lstStyle>
            <a:lvl1pPr>
              <a:defRPr/>
            </a:lvl1pPr>
          </a:lstStyle>
          <a:p>
            <a:pPr>
              <a:defRPr/>
            </a:pPr>
            <a:fld id="{685CB135-CF13-45E4-A495-A4F386004D66}" type="slidenum">
              <a:rPr lang="en-US" altLang="en-US"/>
              <a:pPr>
                <a:defRPr/>
              </a:pPr>
              <a:t>‹#›</a:t>
            </a:fld>
            <a:endParaRPr lang="en-US" altLang="en-US"/>
          </a:p>
        </p:txBody>
      </p:sp>
    </p:spTree>
    <p:extLst>
      <p:ext uri="{BB962C8B-B14F-4D97-AF65-F5344CB8AC3E}">
        <p14:creationId xmlns:p14="http://schemas.microsoft.com/office/powerpoint/2010/main" val="1518510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 name="Picture 7" descr="Droplets-SD-Content-R1d.png">
            <a:extLst>
              <a:ext uri="{FF2B5EF4-FFF2-40B4-BE49-F238E27FC236}">
                <a16:creationId xmlns:a16="http://schemas.microsoft.com/office/drawing/2014/main" id="{6324AE81-0B67-04DB-60C6-24A1E2E14F5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6">
            <a:extLst>
              <a:ext uri="{FF2B5EF4-FFF2-40B4-BE49-F238E27FC236}">
                <a16:creationId xmlns:a16="http://schemas.microsoft.com/office/drawing/2014/main" id="{3EE3890C-6047-5831-AA41-C63C7CE0DCA3}"/>
              </a:ext>
            </a:extLst>
          </p:cNvPr>
          <p:cNvSpPr>
            <a:spLocks noGrp="1"/>
          </p:cNvSpPr>
          <p:nvPr>
            <p:ph type="dt" sz="half" idx="15"/>
          </p:nvPr>
        </p:nvSpPr>
        <p:spPr/>
        <p:txBody>
          <a:bodyPr/>
          <a:lstStyle>
            <a:lvl1pPr>
              <a:defRPr/>
            </a:lvl1pPr>
          </a:lstStyle>
          <a:p>
            <a:pPr>
              <a:defRPr/>
            </a:pPr>
            <a:fld id="{270FA99E-3074-4750-974C-7664B2F3A1EE}" type="datetimeFigureOut">
              <a:rPr lang="en-US"/>
              <a:pPr>
                <a:defRPr/>
              </a:pPr>
              <a:t>9/14/2025</a:t>
            </a:fld>
            <a:endParaRPr lang="en-US"/>
          </a:p>
        </p:txBody>
      </p:sp>
      <p:sp>
        <p:nvSpPr>
          <p:cNvPr id="6" name="Footer Placeholder 7">
            <a:extLst>
              <a:ext uri="{FF2B5EF4-FFF2-40B4-BE49-F238E27FC236}">
                <a16:creationId xmlns:a16="http://schemas.microsoft.com/office/drawing/2014/main" id="{5E0BD016-C703-0B24-3429-7235023BB466}"/>
              </a:ext>
            </a:extLst>
          </p:cNvPr>
          <p:cNvSpPr>
            <a:spLocks noGrp="1"/>
          </p:cNvSpPr>
          <p:nvPr>
            <p:ph type="ftr" sz="quarter" idx="16"/>
          </p:nvPr>
        </p:nvSpPr>
        <p:spPr/>
        <p:txBody>
          <a:bodyPr/>
          <a:lstStyle>
            <a:lvl1pPr>
              <a:defRPr/>
            </a:lvl1pPr>
          </a:lstStyle>
          <a:p>
            <a:pPr>
              <a:defRPr/>
            </a:pPr>
            <a:endParaRPr lang="en-US"/>
          </a:p>
        </p:txBody>
      </p:sp>
      <p:sp>
        <p:nvSpPr>
          <p:cNvPr id="7" name="Slide Number Placeholder 8">
            <a:extLst>
              <a:ext uri="{FF2B5EF4-FFF2-40B4-BE49-F238E27FC236}">
                <a16:creationId xmlns:a16="http://schemas.microsoft.com/office/drawing/2014/main" id="{7D475397-0530-6710-4D3B-68D484DAC894}"/>
              </a:ext>
            </a:extLst>
          </p:cNvPr>
          <p:cNvSpPr>
            <a:spLocks noGrp="1"/>
          </p:cNvSpPr>
          <p:nvPr>
            <p:ph type="sldNum" sz="quarter" idx="17"/>
          </p:nvPr>
        </p:nvSpPr>
        <p:spPr/>
        <p:txBody>
          <a:bodyPr/>
          <a:lstStyle>
            <a:lvl1pPr>
              <a:defRPr/>
            </a:lvl1pPr>
          </a:lstStyle>
          <a:p>
            <a:pPr>
              <a:defRPr/>
            </a:pPr>
            <a:fld id="{9E076D28-6ED6-4BC8-99AB-6131979DE19D}" type="slidenum">
              <a:rPr lang="en-US" altLang="en-US"/>
              <a:pPr>
                <a:defRPr/>
              </a:pPr>
              <a:t>‹#›</a:t>
            </a:fld>
            <a:endParaRPr lang="en-US" altLang="en-US"/>
          </a:p>
        </p:txBody>
      </p:sp>
    </p:spTree>
    <p:extLst>
      <p:ext uri="{BB962C8B-B14F-4D97-AF65-F5344CB8AC3E}">
        <p14:creationId xmlns:p14="http://schemas.microsoft.com/office/powerpoint/2010/main" val="204742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7" descr="Droplets-SD-Content-R1d.png">
            <a:extLst>
              <a:ext uri="{FF2B5EF4-FFF2-40B4-BE49-F238E27FC236}">
                <a16:creationId xmlns:a16="http://schemas.microsoft.com/office/drawing/2014/main" id="{8B8F8E54-A837-B706-5C5D-6035AE0287D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US" dirty="0"/>
          </a:p>
        </p:txBody>
      </p:sp>
      <p:sp>
        <p:nvSpPr>
          <p:cNvPr id="4" name="Date Placeholder 2">
            <a:extLst>
              <a:ext uri="{FF2B5EF4-FFF2-40B4-BE49-F238E27FC236}">
                <a16:creationId xmlns:a16="http://schemas.microsoft.com/office/drawing/2014/main" id="{D0797E80-4F73-79CD-6F3E-F471C043D99E}"/>
              </a:ext>
            </a:extLst>
          </p:cNvPr>
          <p:cNvSpPr>
            <a:spLocks noGrp="1"/>
          </p:cNvSpPr>
          <p:nvPr>
            <p:ph type="dt" sz="half" idx="10"/>
          </p:nvPr>
        </p:nvSpPr>
        <p:spPr/>
        <p:txBody>
          <a:bodyPr/>
          <a:lstStyle>
            <a:lvl1pPr>
              <a:defRPr/>
            </a:lvl1pPr>
          </a:lstStyle>
          <a:p>
            <a:pPr>
              <a:defRPr/>
            </a:pPr>
            <a:fld id="{D6ED295B-16BF-4D53-9FEC-8B3949710A88}" type="datetimeFigureOut">
              <a:rPr lang="en-US"/>
              <a:pPr>
                <a:defRPr/>
              </a:pPr>
              <a:t>9/14/2025</a:t>
            </a:fld>
            <a:endParaRPr lang="en-US"/>
          </a:p>
        </p:txBody>
      </p:sp>
      <p:sp>
        <p:nvSpPr>
          <p:cNvPr id="5" name="Footer Placeholder 3">
            <a:extLst>
              <a:ext uri="{FF2B5EF4-FFF2-40B4-BE49-F238E27FC236}">
                <a16:creationId xmlns:a16="http://schemas.microsoft.com/office/drawing/2014/main" id="{557C7A0E-5F08-9E3D-4475-7ABA436B992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B1AEB7C1-5B9C-F9DF-7E98-BC0B6544B8A1}"/>
              </a:ext>
            </a:extLst>
          </p:cNvPr>
          <p:cNvSpPr>
            <a:spLocks noGrp="1"/>
          </p:cNvSpPr>
          <p:nvPr>
            <p:ph type="sldNum" sz="quarter" idx="12"/>
          </p:nvPr>
        </p:nvSpPr>
        <p:spPr/>
        <p:txBody>
          <a:bodyPr/>
          <a:lstStyle>
            <a:lvl1pPr>
              <a:defRPr/>
            </a:lvl1pPr>
          </a:lstStyle>
          <a:p>
            <a:pPr>
              <a:defRPr/>
            </a:pPr>
            <a:fld id="{5DF513EB-5CE2-4674-AB2F-7978DA289932}" type="slidenum">
              <a:rPr lang="en-US" altLang="en-US"/>
              <a:pPr>
                <a:defRPr/>
              </a:pPr>
              <a:t>‹#›</a:t>
            </a:fld>
            <a:endParaRPr lang="en-US" altLang="en-US"/>
          </a:p>
        </p:txBody>
      </p:sp>
    </p:spTree>
    <p:extLst>
      <p:ext uri="{BB962C8B-B14F-4D97-AF65-F5344CB8AC3E}">
        <p14:creationId xmlns:p14="http://schemas.microsoft.com/office/powerpoint/2010/main" val="2666511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7" descr="Droplets-SD-Content-R1d.png">
            <a:extLst>
              <a:ext uri="{FF2B5EF4-FFF2-40B4-BE49-F238E27FC236}">
                <a16:creationId xmlns:a16="http://schemas.microsoft.com/office/drawing/2014/main" id="{846A49A8-F143-C672-1F16-E0847DB6F4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1">
            <a:extLst>
              <a:ext uri="{FF2B5EF4-FFF2-40B4-BE49-F238E27FC236}">
                <a16:creationId xmlns:a16="http://schemas.microsoft.com/office/drawing/2014/main" id="{5923777A-D47E-6945-396B-461F3654D72D}"/>
              </a:ext>
            </a:extLst>
          </p:cNvPr>
          <p:cNvSpPr>
            <a:spLocks noGrp="1"/>
          </p:cNvSpPr>
          <p:nvPr>
            <p:ph type="dt" sz="half" idx="10"/>
          </p:nvPr>
        </p:nvSpPr>
        <p:spPr/>
        <p:txBody>
          <a:bodyPr/>
          <a:lstStyle>
            <a:lvl1pPr>
              <a:defRPr/>
            </a:lvl1pPr>
          </a:lstStyle>
          <a:p>
            <a:pPr>
              <a:defRPr/>
            </a:pPr>
            <a:fld id="{F9C1E9A2-8C47-43A5-855C-EF8B734D845E}" type="datetimeFigureOut">
              <a:rPr lang="en-US"/>
              <a:pPr>
                <a:defRPr/>
              </a:pPr>
              <a:t>9/14/2025</a:t>
            </a:fld>
            <a:endParaRPr lang="en-US"/>
          </a:p>
        </p:txBody>
      </p:sp>
      <p:sp>
        <p:nvSpPr>
          <p:cNvPr id="4" name="Footer Placeholder 2">
            <a:extLst>
              <a:ext uri="{FF2B5EF4-FFF2-40B4-BE49-F238E27FC236}">
                <a16:creationId xmlns:a16="http://schemas.microsoft.com/office/drawing/2014/main" id="{B197F7F3-BC68-1746-0F90-FFED3429332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3">
            <a:extLst>
              <a:ext uri="{FF2B5EF4-FFF2-40B4-BE49-F238E27FC236}">
                <a16:creationId xmlns:a16="http://schemas.microsoft.com/office/drawing/2014/main" id="{773783C5-7D34-D055-D848-8A666D4DCC80}"/>
              </a:ext>
            </a:extLst>
          </p:cNvPr>
          <p:cNvSpPr>
            <a:spLocks noGrp="1"/>
          </p:cNvSpPr>
          <p:nvPr>
            <p:ph type="sldNum" sz="quarter" idx="12"/>
          </p:nvPr>
        </p:nvSpPr>
        <p:spPr/>
        <p:txBody>
          <a:bodyPr/>
          <a:lstStyle>
            <a:lvl1pPr>
              <a:defRPr/>
            </a:lvl1pPr>
          </a:lstStyle>
          <a:p>
            <a:pPr>
              <a:defRPr/>
            </a:pPr>
            <a:fld id="{B19615DA-AC00-4B32-8A5D-0F0299F0AE7B}" type="slidenum">
              <a:rPr lang="en-US" altLang="en-US"/>
              <a:pPr>
                <a:defRPr/>
              </a:pPr>
              <a:t>‹#›</a:t>
            </a:fld>
            <a:endParaRPr lang="en-US" altLang="en-US"/>
          </a:p>
        </p:txBody>
      </p:sp>
    </p:spTree>
    <p:extLst>
      <p:ext uri="{BB962C8B-B14F-4D97-AF65-F5344CB8AC3E}">
        <p14:creationId xmlns:p14="http://schemas.microsoft.com/office/powerpoint/2010/main" val="2719365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3" name="Picture 7" descr="Droplets-SD-Content-R1d.png">
            <a:extLst>
              <a:ext uri="{FF2B5EF4-FFF2-40B4-BE49-F238E27FC236}">
                <a16:creationId xmlns:a16="http://schemas.microsoft.com/office/drawing/2014/main" id="{75E33CE5-711A-95CB-AFE3-8741B11B73B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61C1E-A1F0-D024-36A5-63CC87C5DB22}"/>
              </a:ext>
            </a:extLst>
          </p:cNvPr>
          <p:cNvSpPr>
            <a:spLocks noGrp="1"/>
          </p:cNvSpPr>
          <p:nvPr>
            <p:ph type="dt" sz="half" idx="14"/>
          </p:nvPr>
        </p:nvSpPr>
        <p:spPr/>
        <p:txBody>
          <a:bodyPr/>
          <a:lstStyle>
            <a:lvl1pPr>
              <a:defRPr/>
            </a:lvl1pPr>
          </a:lstStyle>
          <a:p>
            <a:pPr>
              <a:defRPr/>
            </a:pPr>
            <a:fld id="{49087BE3-59B4-4A13-B38E-FBE57462410E}" type="datetimeFigureOut">
              <a:rPr lang="en-US"/>
              <a:pPr>
                <a:defRPr/>
              </a:pPr>
              <a:t>9/14/2025</a:t>
            </a:fld>
            <a:endParaRPr lang="en-US"/>
          </a:p>
        </p:txBody>
      </p:sp>
      <p:sp>
        <p:nvSpPr>
          <p:cNvPr id="6" name="Footer Placeholder 5">
            <a:extLst>
              <a:ext uri="{FF2B5EF4-FFF2-40B4-BE49-F238E27FC236}">
                <a16:creationId xmlns:a16="http://schemas.microsoft.com/office/drawing/2014/main" id="{0E6C6222-AE2F-41CA-D476-0D577CB4D3E7}"/>
              </a:ext>
            </a:extLst>
          </p:cNvPr>
          <p:cNvSpPr>
            <a:spLocks noGrp="1"/>
          </p:cNvSpPr>
          <p:nvPr>
            <p:ph type="ftr" sz="quarter" idx="15"/>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3BA59614-6410-A7CF-7045-A74D014D4B5D}"/>
              </a:ext>
            </a:extLst>
          </p:cNvPr>
          <p:cNvSpPr>
            <a:spLocks noGrp="1"/>
          </p:cNvSpPr>
          <p:nvPr>
            <p:ph type="sldNum" sz="quarter" idx="16"/>
          </p:nvPr>
        </p:nvSpPr>
        <p:spPr/>
        <p:txBody>
          <a:bodyPr/>
          <a:lstStyle>
            <a:lvl1pPr>
              <a:defRPr/>
            </a:lvl1pPr>
          </a:lstStyle>
          <a:p>
            <a:pPr>
              <a:defRPr/>
            </a:pPr>
            <a:fld id="{E29B81CD-5FF9-470C-91E8-100980F8B11C}" type="slidenum">
              <a:rPr lang="en-US" altLang="en-US"/>
              <a:pPr>
                <a:defRPr/>
              </a:pPr>
              <a:t>‹#›</a:t>
            </a:fld>
            <a:endParaRPr lang="en-US" altLang="en-US"/>
          </a:p>
        </p:txBody>
      </p:sp>
    </p:spTree>
    <p:extLst>
      <p:ext uri="{BB962C8B-B14F-4D97-AF65-F5344CB8AC3E}">
        <p14:creationId xmlns:p14="http://schemas.microsoft.com/office/powerpoint/2010/main" val="695026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7" descr="Droplets-SD-Content-R1d.png">
            <a:extLst>
              <a:ext uri="{FF2B5EF4-FFF2-40B4-BE49-F238E27FC236}">
                <a16:creationId xmlns:a16="http://schemas.microsoft.com/office/drawing/2014/main" id="{CF035AC5-E825-2DCB-C5FD-BB3F3A25011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4">
            <a:extLst>
              <a:ext uri="{FF2B5EF4-FFF2-40B4-BE49-F238E27FC236}">
                <a16:creationId xmlns:a16="http://schemas.microsoft.com/office/drawing/2014/main" id="{1CF0B470-95E8-FF5C-D1B7-197C08E05EF6}"/>
              </a:ext>
            </a:extLst>
          </p:cNvPr>
          <p:cNvSpPr>
            <a:spLocks noGrp="1"/>
          </p:cNvSpPr>
          <p:nvPr>
            <p:ph type="dt" sz="half" idx="10"/>
          </p:nvPr>
        </p:nvSpPr>
        <p:spPr/>
        <p:txBody>
          <a:bodyPr/>
          <a:lstStyle>
            <a:lvl1pPr>
              <a:defRPr/>
            </a:lvl1pPr>
          </a:lstStyle>
          <a:p>
            <a:pPr>
              <a:defRPr/>
            </a:pPr>
            <a:fld id="{0F0398D0-8D38-4335-A3AE-DB1A31D8CC4F}" type="datetimeFigureOut">
              <a:rPr lang="en-US"/>
              <a:pPr>
                <a:defRPr/>
              </a:pPr>
              <a:t>9/14/2025</a:t>
            </a:fld>
            <a:endParaRPr lang="en-US"/>
          </a:p>
        </p:txBody>
      </p:sp>
      <p:sp>
        <p:nvSpPr>
          <p:cNvPr id="7" name="Footer Placeholder 5">
            <a:extLst>
              <a:ext uri="{FF2B5EF4-FFF2-40B4-BE49-F238E27FC236}">
                <a16:creationId xmlns:a16="http://schemas.microsoft.com/office/drawing/2014/main" id="{606F71FF-61BA-DD5E-9718-96D1DE30BEFF}"/>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3D7FB79E-4978-8231-3072-9FAFF6AB339C}"/>
              </a:ext>
            </a:extLst>
          </p:cNvPr>
          <p:cNvSpPr>
            <a:spLocks noGrp="1"/>
          </p:cNvSpPr>
          <p:nvPr>
            <p:ph type="sldNum" sz="quarter" idx="12"/>
          </p:nvPr>
        </p:nvSpPr>
        <p:spPr/>
        <p:txBody>
          <a:bodyPr/>
          <a:lstStyle>
            <a:lvl1pPr>
              <a:defRPr/>
            </a:lvl1pPr>
          </a:lstStyle>
          <a:p>
            <a:pPr>
              <a:defRPr/>
            </a:pPr>
            <a:fld id="{13018FBD-E888-449D-BEA9-4E04E0ECB45F}" type="slidenum">
              <a:rPr lang="en-US" altLang="en-US"/>
              <a:pPr>
                <a:defRPr/>
              </a:pPr>
              <a:t>‹#›</a:t>
            </a:fld>
            <a:endParaRPr lang="en-US" altLang="en-US"/>
          </a:p>
        </p:txBody>
      </p:sp>
    </p:spTree>
    <p:extLst>
      <p:ext uri="{BB962C8B-B14F-4D97-AF65-F5344CB8AC3E}">
        <p14:creationId xmlns:p14="http://schemas.microsoft.com/office/powerpoint/2010/main" val="464184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5" name="Picture 7" descr="Droplets-SD-Content-R1d.png">
            <a:extLst>
              <a:ext uri="{FF2B5EF4-FFF2-40B4-BE49-F238E27FC236}">
                <a16:creationId xmlns:a16="http://schemas.microsoft.com/office/drawing/2014/main" id="{54C1F36A-961B-D00D-9936-884DB0C8A6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4">
            <a:extLst>
              <a:ext uri="{FF2B5EF4-FFF2-40B4-BE49-F238E27FC236}">
                <a16:creationId xmlns:a16="http://schemas.microsoft.com/office/drawing/2014/main" id="{98F7C2B5-39FA-55B5-1014-C32CB4364013}"/>
              </a:ext>
            </a:extLst>
          </p:cNvPr>
          <p:cNvSpPr>
            <a:spLocks noGrp="1"/>
          </p:cNvSpPr>
          <p:nvPr>
            <p:ph type="dt" sz="half" idx="10"/>
          </p:nvPr>
        </p:nvSpPr>
        <p:spPr/>
        <p:txBody>
          <a:bodyPr/>
          <a:lstStyle>
            <a:lvl1pPr>
              <a:defRPr/>
            </a:lvl1pPr>
          </a:lstStyle>
          <a:p>
            <a:pPr>
              <a:defRPr/>
            </a:pPr>
            <a:fld id="{877C75BC-8B12-41E5-88F3-C4716AA7B26E}" type="datetimeFigureOut">
              <a:rPr lang="en-US"/>
              <a:pPr>
                <a:defRPr/>
              </a:pPr>
              <a:t>9/14/2025</a:t>
            </a:fld>
            <a:endParaRPr lang="en-US"/>
          </a:p>
        </p:txBody>
      </p:sp>
      <p:sp>
        <p:nvSpPr>
          <p:cNvPr id="7" name="Footer Placeholder 5">
            <a:extLst>
              <a:ext uri="{FF2B5EF4-FFF2-40B4-BE49-F238E27FC236}">
                <a16:creationId xmlns:a16="http://schemas.microsoft.com/office/drawing/2014/main" id="{F1B6F2B4-2ED4-EC7E-AC26-A0CC797ABC95}"/>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5A058495-F47A-DF44-983C-B6BC20DB97C0}"/>
              </a:ext>
            </a:extLst>
          </p:cNvPr>
          <p:cNvSpPr>
            <a:spLocks noGrp="1"/>
          </p:cNvSpPr>
          <p:nvPr>
            <p:ph type="sldNum" sz="quarter" idx="12"/>
          </p:nvPr>
        </p:nvSpPr>
        <p:spPr/>
        <p:txBody>
          <a:bodyPr/>
          <a:lstStyle>
            <a:lvl1pPr>
              <a:defRPr/>
            </a:lvl1pPr>
          </a:lstStyle>
          <a:p>
            <a:pPr>
              <a:defRPr/>
            </a:pPr>
            <a:fld id="{F5924911-E12E-4FA3-897F-7DD9F0CD13D6}" type="slidenum">
              <a:rPr lang="en-US" altLang="en-US"/>
              <a:pPr>
                <a:defRPr/>
              </a:pPr>
              <a:t>‹#›</a:t>
            </a:fld>
            <a:endParaRPr lang="en-US" altLang="en-US"/>
          </a:p>
        </p:txBody>
      </p:sp>
    </p:spTree>
    <p:extLst>
      <p:ext uri="{BB962C8B-B14F-4D97-AF65-F5344CB8AC3E}">
        <p14:creationId xmlns:p14="http://schemas.microsoft.com/office/powerpoint/2010/main" val="4290282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3" name="Picture 7" descr="Droplets-SD-Content-R1d.png">
            <a:extLst>
              <a:ext uri="{FF2B5EF4-FFF2-40B4-BE49-F238E27FC236}">
                <a16:creationId xmlns:a16="http://schemas.microsoft.com/office/drawing/2014/main" id="{3FAB08A7-199B-E43A-3871-70AEE349702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331" y="609600"/>
            <a:ext cx="7773339" cy="3427245"/>
          </a:xfrm>
        </p:spPr>
        <p:txBody>
          <a:bodyP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16FF71-DFE7-0C67-0ADF-5FBB10987B45}"/>
              </a:ext>
            </a:extLst>
          </p:cNvPr>
          <p:cNvSpPr>
            <a:spLocks noGrp="1"/>
          </p:cNvSpPr>
          <p:nvPr>
            <p:ph type="dt" sz="half" idx="10"/>
          </p:nvPr>
        </p:nvSpPr>
        <p:spPr/>
        <p:txBody>
          <a:bodyPr/>
          <a:lstStyle>
            <a:lvl1pPr>
              <a:defRPr/>
            </a:lvl1pPr>
          </a:lstStyle>
          <a:p>
            <a:pPr>
              <a:defRPr/>
            </a:pPr>
            <a:fld id="{4B4888EB-A864-4C0A-863B-F0E21FA33885}" type="datetimeFigureOut">
              <a:rPr lang="en-US"/>
              <a:pPr>
                <a:defRPr/>
              </a:pPr>
              <a:t>9/14/2025</a:t>
            </a:fld>
            <a:endParaRPr lang="en-US"/>
          </a:p>
        </p:txBody>
      </p:sp>
      <p:sp>
        <p:nvSpPr>
          <p:cNvPr id="6" name="Footer Placeholder 5">
            <a:extLst>
              <a:ext uri="{FF2B5EF4-FFF2-40B4-BE49-F238E27FC236}">
                <a16:creationId xmlns:a16="http://schemas.microsoft.com/office/drawing/2014/main" id="{2A501879-51A7-1CDE-4FFF-E729D8EA331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C2471027-04C1-1DAE-0962-7A0A683455B3}"/>
              </a:ext>
            </a:extLst>
          </p:cNvPr>
          <p:cNvSpPr>
            <a:spLocks noGrp="1"/>
          </p:cNvSpPr>
          <p:nvPr>
            <p:ph type="sldNum" sz="quarter" idx="12"/>
          </p:nvPr>
        </p:nvSpPr>
        <p:spPr/>
        <p:txBody>
          <a:bodyPr/>
          <a:lstStyle>
            <a:lvl1pPr>
              <a:defRPr/>
            </a:lvl1pPr>
          </a:lstStyle>
          <a:p>
            <a:pPr>
              <a:defRPr/>
            </a:pPr>
            <a:fld id="{60C5FC6D-4F4E-42C2-A236-3C7446AADF9E}" type="slidenum">
              <a:rPr lang="en-US" altLang="en-US"/>
              <a:pPr>
                <a:defRPr/>
              </a:pPr>
              <a:t>‹#›</a:t>
            </a:fld>
            <a:endParaRPr lang="en-US" altLang="en-US"/>
          </a:p>
        </p:txBody>
      </p:sp>
    </p:spTree>
    <p:extLst>
      <p:ext uri="{BB962C8B-B14F-4D97-AF65-F5344CB8AC3E}">
        <p14:creationId xmlns:p14="http://schemas.microsoft.com/office/powerpoint/2010/main" val="1770975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3" name="Picture 7" descr="Droplets-SD-Content-R1d.png">
            <a:extLst>
              <a:ext uri="{FF2B5EF4-FFF2-40B4-BE49-F238E27FC236}">
                <a16:creationId xmlns:a16="http://schemas.microsoft.com/office/drawing/2014/main" id="{A73CDCBD-FF19-8139-DB63-E219A603FC3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E0E8B96-A7F2-05BD-F7CA-923F698A1974}"/>
              </a:ext>
            </a:extLst>
          </p:cNvPr>
          <p:cNvSpPr txBox="1"/>
          <p:nvPr/>
        </p:nvSpPr>
        <p:spPr>
          <a:xfrm>
            <a:off x="738188" y="887413"/>
            <a:ext cx="546100" cy="585787"/>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defRPr/>
            </a:pPr>
            <a:r>
              <a:rPr lang="en-US" sz="8000" dirty="0">
                <a:effectLst/>
              </a:rPr>
              <a:t>“</a:t>
            </a:r>
          </a:p>
        </p:txBody>
      </p:sp>
      <p:sp>
        <p:nvSpPr>
          <p:cNvPr id="6" name="TextBox 5">
            <a:extLst>
              <a:ext uri="{FF2B5EF4-FFF2-40B4-BE49-F238E27FC236}">
                <a16:creationId xmlns:a16="http://schemas.microsoft.com/office/drawing/2014/main" id="{1E9FFE58-BFD5-354D-F51A-EBD6EC86569F}"/>
              </a:ext>
            </a:extLst>
          </p:cNvPr>
          <p:cNvSpPr txBox="1"/>
          <p:nvPr/>
        </p:nvSpPr>
        <p:spPr>
          <a:xfrm>
            <a:off x="7850188" y="3119438"/>
            <a:ext cx="554037" cy="585787"/>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defRPr/>
            </a:pPr>
            <a:r>
              <a:rPr lang="en-US" sz="8000" dirty="0">
                <a:effectLst/>
              </a:rPr>
              <a:t>”</a:t>
            </a:r>
          </a:p>
        </p:txBody>
      </p:sp>
      <p:sp>
        <p:nvSpPr>
          <p:cNvPr id="2" name="Title 1"/>
          <p:cNvSpPr>
            <a:spLocks noGrp="1"/>
          </p:cNvSpPr>
          <p:nvPr>
            <p:ph type="title"/>
          </p:nvPr>
        </p:nvSpPr>
        <p:spPr>
          <a:xfrm>
            <a:off x="1084659" y="872588"/>
            <a:ext cx="6977064" cy="2729915"/>
          </a:xfrm>
        </p:spPr>
        <p:txBody>
          <a:bodyP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Date Placeholder 4">
            <a:extLst>
              <a:ext uri="{FF2B5EF4-FFF2-40B4-BE49-F238E27FC236}">
                <a16:creationId xmlns:a16="http://schemas.microsoft.com/office/drawing/2014/main" id="{8E89A56C-FE14-20AA-4D1E-062093B56829}"/>
              </a:ext>
            </a:extLst>
          </p:cNvPr>
          <p:cNvSpPr>
            <a:spLocks noGrp="1"/>
          </p:cNvSpPr>
          <p:nvPr>
            <p:ph type="dt" sz="half" idx="14"/>
          </p:nvPr>
        </p:nvSpPr>
        <p:spPr/>
        <p:txBody>
          <a:bodyPr/>
          <a:lstStyle>
            <a:lvl1pPr>
              <a:defRPr/>
            </a:lvl1pPr>
          </a:lstStyle>
          <a:p>
            <a:pPr>
              <a:defRPr/>
            </a:pPr>
            <a:fld id="{1BA04EA0-9050-4BCE-A35D-6460EAAC8A37}" type="datetimeFigureOut">
              <a:rPr lang="en-US"/>
              <a:pPr>
                <a:defRPr/>
              </a:pPr>
              <a:t>9/14/2025</a:t>
            </a:fld>
            <a:endParaRPr lang="en-US"/>
          </a:p>
        </p:txBody>
      </p:sp>
      <p:sp>
        <p:nvSpPr>
          <p:cNvPr id="8" name="Footer Placeholder 5">
            <a:extLst>
              <a:ext uri="{FF2B5EF4-FFF2-40B4-BE49-F238E27FC236}">
                <a16:creationId xmlns:a16="http://schemas.microsoft.com/office/drawing/2014/main" id="{607712AA-44D0-AE47-3ADF-F39874310FD8}"/>
              </a:ext>
            </a:extLst>
          </p:cNvPr>
          <p:cNvSpPr>
            <a:spLocks noGrp="1"/>
          </p:cNvSpPr>
          <p:nvPr>
            <p:ph type="ftr" sz="quarter" idx="15"/>
          </p:nvPr>
        </p:nvSpPr>
        <p:spPr/>
        <p:txBody>
          <a:bodyPr/>
          <a:lstStyle>
            <a:lvl1pPr>
              <a:defRPr/>
            </a:lvl1pPr>
          </a:lstStyle>
          <a:p>
            <a:pPr>
              <a:defRPr/>
            </a:pPr>
            <a:endParaRPr lang="en-US"/>
          </a:p>
        </p:txBody>
      </p:sp>
      <p:sp>
        <p:nvSpPr>
          <p:cNvPr id="9" name="Slide Number Placeholder 6">
            <a:extLst>
              <a:ext uri="{FF2B5EF4-FFF2-40B4-BE49-F238E27FC236}">
                <a16:creationId xmlns:a16="http://schemas.microsoft.com/office/drawing/2014/main" id="{DF019CC0-3EFA-C682-42C5-45271E01EC8A}"/>
              </a:ext>
            </a:extLst>
          </p:cNvPr>
          <p:cNvSpPr>
            <a:spLocks noGrp="1"/>
          </p:cNvSpPr>
          <p:nvPr>
            <p:ph type="sldNum" sz="quarter" idx="16"/>
          </p:nvPr>
        </p:nvSpPr>
        <p:spPr/>
        <p:txBody>
          <a:bodyPr/>
          <a:lstStyle>
            <a:lvl1pPr>
              <a:defRPr/>
            </a:lvl1pPr>
          </a:lstStyle>
          <a:p>
            <a:pPr>
              <a:defRPr/>
            </a:pPr>
            <a:fld id="{A5D65734-C3E8-4795-AA0F-1C62ECAAE835}" type="slidenum">
              <a:rPr lang="en-US" altLang="en-US"/>
              <a:pPr>
                <a:defRPr/>
              </a:pPr>
              <a:t>‹#›</a:t>
            </a:fld>
            <a:endParaRPr lang="en-US" altLang="en-US"/>
          </a:p>
        </p:txBody>
      </p:sp>
    </p:spTree>
    <p:extLst>
      <p:ext uri="{BB962C8B-B14F-4D97-AF65-F5344CB8AC3E}">
        <p14:creationId xmlns:p14="http://schemas.microsoft.com/office/powerpoint/2010/main" val="30912105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3" name="Picture 7" descr="Droplets-SD-Content-R1d.png">
            <a:extLst>
              <a:ext uri="{FF2B5EF4-FFF2-40B4-BE49-F238E27FC236}">
                <a16:creationId xmlns:a16="http://schemas.microsoft.com/office/drawing/2014/main" id="{FBFDB885-FDB1-67E2-791A-DDC2291653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F87EB6-571C-1BE5-3AAF-ACECD52D58B8}"/>
              </a:ext>
            </a:extLst>
          </p:cNvPr>
          <p:cNvSpPr>
            <a:spLocks noGrp="1"/>
          </p:cNvSpPr>
          <p:nvPr>
            <p:ph type="dt" sz="half" idx="10"/>
          </p:nvPr>
        </p:nvSpPr>
        <p:spPr/>
        <p:txBody>
          <a:bodyPr/>
          <a:lstStyle>
            <a:lvl1pPr>
              <a:defRPr/>
            </a:lvl1pPr>
          </a:lstStyle>
          <a:p>
            <a:pPr>
              <a:defRPr/>
            </a:pPr>
            <a:fld id="{B7B6FF6F-7D5D-4BE9-9F94-0D8E2DA8237F}" type="datetimeFigureOut">
              <a:rPr lang="en-US"/>
              <a:pPr>
                <a:defRPr/>
              </a:pPr>
              <a:t>9/14/2025</a:t>
            </a:fld>
            <a:endParaRPr lang="en-US"/>
          </a:p>
        </p:txBody>
      </p:sp>
      <p:sp>
        <p:nvSpPr>
          <p:cNvPr id="6" name="Footer Placeholder 5">
            <a:extLst>
              <a:ext uri="{FF2B5EF4-FFF2-40B4-BE49-F238E27FC236}">
                <a16:creationId xmlns:a16="http://schemas.microsoft.com/office/drawing/2014/main" id="{73E15709-3845-1BD5-2CF3-3C60F1AE06B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AA2088A1-8003-FE0C-0FFB-3882CFEED9BD}"/>
              </a:ext>
            </a:extLst>
          </p:cNvPr>
          <p:cNvSpPr>
            <a:spLocks noGrp="1"/>
          </p:cNvSpPr>
          <p:nvPr>
            <p:ph type="sldNum" sz="quarter" idx="12"/>
          </p:nvPr>
        </p:nvSpPr>
        <p:spPr/>
        <p:txBody>
          <a:bodyPr/>
          <a:lstStyle>
            <a:lvl1pPr>
              <a:defRPr/>
            </a:lvl1pPr>
          </a:lstStyle>
          <a:p>
            <a:pPr>
              <a:defRPr/>
            </a:pPr>
            <a:fld id="{F76A9D74-521E-4C97-8017-154793C45887}" type="slidenum">
              <a:rPr lang="en-US" altLang="en-US"/>
              <a:pPr>
                <a:defRPr/>
              </a:pPr>
              <a:t>‹#›</a:t>
            </a:fld>
            <a:endParaRPr lang="en-US" altLang="en-US"/>
          </a:p>
        </p:txBody>
      </p:sp>
    </p:spTree>
    <p:extLst>
      <p:ext uri="{BB962C8B-B14F-4D97-AF65-F5344CB8AC3E}">
        <p14:creationId xmlns:p14="http://schemas.microsoft.com/office/powerpoint/2010/main" val="1697771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2" name="Picture 7" descr="Droplets-SD-Content-R1d.png">
            <a:extLst>
              <a:ext uri="{FF2B5EF4-FFF2-40B4-BE49-F238E27FC236}">
                <a16:creationId xmlns:a16="http://schemas.microsoft.com/office/drawing/2014/main" id="{D0AD9CF4-69F9-DF9C-53B5-46A6F30AEDE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a:extLst>
              <a:ext uri="{FF2B5EF4-FFF2-40B4-BE49-F238E27FC236}">
                <a16:creationId xmlns:a16="http://schemas.microsoft.com/office/drawing/2014/main" id="{D4ABBD39-A83D-BAB7-D8BD-45FF918D4AE0}"/>
              </a:ext>
            </a:extLst>
          </p:cNvPr>
          <p:cNvSpPr>
            <a:spLocks noGrp="1"/>
          </p:cNvSpPr>
          <p:nvPr>
            <p:ph type="dt" sz="half" idx="18"/>
          </p:nvPr>
        </p:nvSpPr>
        <p:spPr/>
        <p:txBody>
          <a:bodyPr/>
          <a:lstStyle>
            <a:lvl1pPr>
              <a:defRPr/>
            </a:lvl1pPr>
          </a:lstStyle>
          <a:p>
            <a:pPr>
              <a:defRPr/>
            </a:pPr>
            <a:fld id="{0485DE62-4788-4244-8A25-C8CAACD86129}" type="datetimeFigureOut">
              <a:rPr lang="en-US"/>
              <a:pPr>
                <a:defRPr/>
              </a:pPr>
              <a:t>9/14/2025</a:t>
            </a:fld>
            <a:endParaRPr lang="en-US"/>
          </a:p>
        </p:txBody>
      </p:sp>
      <p:sp>
        <p:nvSpPr>
          <p:cNvPr id="4" name="Footer Placeholder 3">
            <a:extLst>
              <a:ext uri="{FF2B5EF4-FFF2-40B4-BE49-F238E27FC236}">
                <a16:creationId xmlns:a16="http://schemas.microsoft.com/office/drawing/2014/main" id="{4BB802D7-883F-6494-44AB-AE3C6E0CEFC0}"/>
              </a:ext>
            </a:extLst>
          </p:cNvPr>
          <p:cNvSpPr>
            <a:spLocks noGrp="1"/>
          </p:cNvSpPr>
          <p:nvPr>
            <p:ph type="ftr" sz="quarter" idx="19"/>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068A9CB6-81FB-DF64-8443-47E52E560EC5}"/>
              </a:ext>
            </a:extLst>
          </p:cNvPr>
          <p:cNvSpPr>
            <a:spLocks noGrp="1"/>
          </p:cNvSpPr>
          <p:nvPr>
            <p:ph type="sldNum" sz="quarter" idx="20"/>
          </p:nvPr>
        </p:nvSpPr>
        <p:spPr/>
        <p:txBody>
          <a:bodyPr/>
          <a:lstStyle>
            <a:lvl1pPr>
              <a:defRPr/>
            </a:lvl1pPr>
          </a:lstStyle>
          <a:p>
            <a:pPr>
              <a:defRPr/>
            </a:pPr>
            <a:fld id="{ED9DDDF3-B2BC-446A-A431-27EAA355BF43}" type="slidenum">
              <a:rPr lang="en-US" altLang="en-US"/>
              <a:pPr>
                <a:defRPr/>
              </a:pPr>
              <a:t>‹#›</a:t>
            </a:fld>
            <a:endParaRPr lang="en-US" altLang="en-US"/>
          </a:p>
        </p:txBody>
      </p:sp>
    </p:spTree>
    <p:extLst>
      <p:ext uri="{BB962C8B-B14F-4D97-AF65-F5344CB8AC3E}">
        <p14:creationId xmlns:p14="http://schemas.microsoft.com/office/powerpoint/2010/main" val="1987649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7" descr="Droplets-SD-Content-R1d.png">
            <a:extLst>
              <a:ext uri="{FF2B5EF4-FFF2-40B4-BE49-F238E27FC236}">
                <a16:creationId xmlns:a16="http://schemas.microsoft.com/office/drawing/2014/main" id="{6E2D7E5C-677D-0C5D-631B-84A8899A181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1" name="Text Placeholder 3"/>
          <p:cNvSpPr>
            <a:spLocks noGrp="1"/>
          </p:cNvSpPr>
          <p:nvPr>
            <p:ph type="body" sz="half" idx="18"/>
          </p:nvPr>
        </p:nvSpPr>
        <p:spPr>
          <a:xfrm>
            <a:off x="685331" y="4781082"/>
            <a:ext cx="2472307" cy="1010118"/>
          </a:xfrm>
        </p:spPr>
        <p:txBody>
          <a:bodyPr anchor="t"/>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4" name="Text Placeholder 3"/>
          <p:cNvSpPr>
            <a:spLocks noGrp="1"/>
          </p:cNvSpPr>
          <p:nvPr>
            <p:ph type="body" sz="half" idx="19"/>
          </p:nvPr>
        </p:nvSpPr>
        <p:spPr>
          <a:xfrm>
            <a:off x="3331011" y="4781081"/>
            <a:ext cx="2477514" cy="1010119"/>
          </a:xfrm>
        </p:spPr>
        <p:txBody>
          <a:bodyPr anchor="t"/>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7" name="Text Placeholder 3"/>
          <p:cNvSpPr>
            <a:spLocks noGrp="1"/>
          </p:cNvSpPr>
          <p:nvPr>
            <p:ph type="body" sz="half" idx="20"/>
          </p:nvPr>
        </p:nvSpPr>
        <p:spPr>
          <a:xfrm>
            <a:off x="5979880" y="4781079"/>
            <a:ext cx="2478790" cy="1010121"/>
          </a:xfrm>
        </p:spPr>
        <p:txBody>
          <a:bodyPr anchor="t"/>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a:extLst>
              <a:ext uri="{FF2B5EF4-FFF2-40B4-BE49-F238E27FC236}">
                <a16:creationId xmlns:a16="http://schemas.microsoft.com/office/drawing/2014/main" id="{63B9F309-2FE4-8D35-A635-3195F90439E6}"/>
              </a:ext>
            </a:extLst>
          </p:cNvPr>
          <p:cNvSpPr>
            <a:spLocks noGrp="1"/>
          </p:cNvSpPr>
          <p:nvPr>
            <p:ph type="dt" sz="half" idx="23"/>
          </p:nvPr>
        </p:nvSpPr>
        <p:spPr/>
        <p:txBody>
          <a:bodyPr/>
          <a:lstStyle>
            <a:lvl1pPr>
              <a:defRPr/>
            </a:lvl1pPr>
          </a:lstStyle>
          <a:p>
            <a:pPr>
              <a:defRPr/>
            </a:pPr>
            <a:fld id="{9D889B44-6EDE-4B3A-BEFE-9453918EC7C5}" type="datetimeFigureOut">
              <a:rPr lang="en-US"/>
              <a:pPr>
                <a:defRPr/>
              </a:pPr>
              <a:t>9/14/2025</a:t>
            </a:fld>
            <a:endParaRPr lang="en-US"/>
          </a:p>
        </p:txBody>
      </p:sp>
      <p:sp>
        <p:nvSpPr>
          <p:cNvPr id="4" name="Footer Placeholder 3">
            <a:extLst>
              <a:ext uri="{FF2B5EF4-FFF2-40B4-BE49-F238E27FC236}">
                <a16:creationId xmlns:a16="http://schemas.microsoft.com/office/drawing/2014/main" id="{92F1C14C-BCB1-17F3-3A05-CA43E59F4A79}"/>
              </a:ext>
            </a:extLst>
          </p:cNvPr>
          <p:cNvSpPr>
            <a:spLocks noGrp="1"/>
          </p:cNvSpPr>
          <p:nvPr>
            <p:ph type="ftr" sz="quarter" idx="24"/>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1234769D-A947-345B-39A1-9AC590EFF78D}"/>
              </a:ext>
            </a:extLst>
          </p:cNvPr>
          <p:cNvSpPr>
            <a:spLocks noGrp="1"/>
          </p:cNvSpPr>
          <p:nvPr>
            <p:ph type="sldNum" sz="quarter" idx="25"/>
          </p:nvPr>
        </p:nvSpPr>
        <p:spPr/>
        <p:txBody>
          <a:bodyPr/>
          <a:lstStyle>
            <a:lvl1pPr>
              <a:defRPr/>
            </a:lvl1pPr>
          </a:lstStyle>
          <a:p>
            <a:pPr>
              <a:defRPr/>
            </a:pPr>
            <a:fld id="{C6F0FC83-7FDE-4196-9C80-8CF72DE90DD4}" type="slidenum">
              <a:rPr lang="en-US" altLang="en-US"/>
              <a:pPr>
                <a:defRPr/>
              </a:pPr>
              <a:t>‹#›</a:t>
            </a:fld>
            <a:endParaRPr lang="en-US" altLang="en-US"/>
          </a:p>
        </p:txBody>
      </p:sp>
    </p:spTree>
    <p:extLst>
      <p:ext uri="{BB962C8B-B14F-4D97-AF65-F5344CB8AC3E}">
        <p14:creationId xmlns:p14="http://schemas.microsoft.com/office/powerpoint/2010/main" val="16847841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3" name="Picture 7" descr="Droplets-SD-Content-R1d.png">
            <a:extLst>
              <a:ext uri="{FF2B5EF4-FFF2-40B4-BE49-F238E27FC236}">
                <a16:creationId xmlns:a16="http://schemas.microsoft.com/office/drawing/2014/main" id="{C3BB4513-1F79-D80B-76A3-423C95FC4AA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F4C777-A8DE-9158-09FF-4802AAC81A9E}"/>
              </a:ext>
            </a:extLst>
          </p:cNvPr>
          <p:cNvSpPr>
            <a:spLocks noGrp="1"/>
          </p:cNvSpPr>
          <p:nvPr>
            <p:ph type="dt" sz="half" idx="14"/>
          </p:nvPr>
        </p:nvSpPr>
        <p:spPr/>
        <p:txBody>
          <a:bodyPr/>
          <a:lstStyle>
            <a:lvl1pPr>
              <a:defRPr/>
            </a:lvl1pPr>
          </a:lstStyle>
          <a:p>
            <a:pPr>
              <a:defRPr/>
            </a:pPr>
            <a:fld id="{D05DB971-72BC-462D-9179-B6FC1EFC358C}" type="datetimeFigureOut">
              <a:rPr lang="en-US"/>
              <a:pPr>
                <a:defRPr/>
              </a:pPr>
              <a:t>9/14/2025</a:t>
            </a:fld>
            <a:endParaRPr lang="en-US"/>
          </a:p>
        </p:txBody>
      </p:sp>
      <p:sp>
        <p:nvSpPr>
          <p:cNvPr id="5" name="Footer Placeholder 4">
            <a:extLst>
              <a:ext uri="{FF2B5EF4-FFF2-40B4-BE49-F238E27FC236}">
                <a16:creationId xmlns:a16="http://schemas.microsoft.com/office/drawing/2014/main" id="{26504646-97A0-C935-0635-5D34099AA16E}"/>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D85E460-9458-4105-BCC0-32B8BCA39804}"/>
              </a:ext>
            </a:extLst>
          </p:cNvPr>
          <p:cNvSpPr>
            <a:spLocks noGrp="1"/>
          </p:cNvSpPr>
          <p:nvPr>
            <p:ph type="sldNum" sz="quarter" idx="16"/>
          </p:nvPr>
        </p:nvSpPr>
        <p:spPr/>
        <p:txBody>
          <a:bodyPr/>
          <a:lstStyle>
            <a:lvl1pPr>
              <a:defRPr/>
            </a:lvl1pPr>
          </a:lstStyle>
          <a:p>
            <a:pPr>
              <a:defRPr/>
            </a:pPr>
            <a:fld id="{829CAD2D-FCD5-4D6D-8D54-084AB7846450}" type="slidenum">
              <a:rPr lang="en-US" altLang="en-US"/>
              <a:pPr>
                <a:defRPr/>
              </a:pPr>
              <a:t>‹#›</a:t>
            </a:fld>
            <a:endParaRPr lang="en-US" altLang="en-US"/>
          </a:p>
        </p:txBody>
      </p:sp>
    </p:spTree>
    <p:extLst>
      <p:ext uri="{BB962C8B-B14F-4D97-AF65-F5344CB8AC3E}">
        <p14:creationId xmlns:p14="http://schemas.microsoft.com/office/powerpoint/2010/main" val="38607088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3" name="Picture 7" descr="Droplets-SD-Content-R1d.png">
            <a:extLst>
              <a:ext uri="{FF2B5EF4-FFF2-40B4-BE49-F238E27FC236}">
                <a16:creationId xmlns:a16="http://schemas.microsoft.com/office/drawing/2014/main" id="{312B9128-5B82-313D-A66C-CE751096BF8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271AC5A-B2CE-0FD8-DA6C-36FF6A2EF1E5}"/>
              </a:ext>
            </a:extLst>
          </p:cNvPr>
          <p:cNvSpPr>
            <a:spLocks noGrp="1"/>
          </p:cNvSpPr>
          <p:nvPr>
            <p:ph type="dt" sz="half" idx="14"/>
          </p:nvPr>
        </p:nvSpPr>
        <p:spPr/>
        <p:txBody>
          <a:bodyPr/>
          <a:lstStyle>
            <a:lvl1pPr>
              <a:defRPr/>
            </a:lvl1pPr>
          </a:lstStyle>
          <a:p>
            <a:pPr>
              <a:defRPr/>
            </a:pPr>
            <a:fld id="{77077EB7-DB8C-467C-9841-3AF6A1757285}" type="datetimeFigureOut">
              <a:rPr lang="en-US"/>
              <a:pPr>
                <a:defRPr/>
              </a:pPr>
              <a:t>9/14/2025</a:t>
            </a:fld>
            <a:endParaRPr lang="en-US"/>
          </a:p>
        </p:txBody>
      </p:sp>
      <p:sp>
        <p:nvSpPr>
          <p:cNvPr id="5" name="Footer Placeholder 4">
            <a:extLst>
              <a:ext uri="{FF2B5EF4-FFF2-40B4-BE49-F238E27FC236}">
                <a16:creationId xmlns:a16="http://schemas.microsoft.com/office/drawing/2014/main" id="{77019FC2-AC77-EC70-262F-C939C99D54CC}"/>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4935EDE-8BD5-17EA-2F48-95F5123D6CA9}"/>
              </a:ext>
            </a:extLst>
          </p:cNvPr>
          <p:cNvSpPr>
            <a:spLocks noGrp="1"/>
          </p:cNvSpPr>
          <p:nvPr>
            <p:ph type="sldNum" sz="quarter" idx="16"/>
          </p:nvPr>
        </p:nvSpPr>
        <p:spPr/>
        <p:txBody>
          <a:bodyPr/>
          <a:lstStyle>
            <a:lvl1pPr>
              <a:defRPr/>
            </a:lvl1pPr>
          </a:lstStyle>
          <a:p>
            <a:pPr>
              <a:defRPr/>
            </a:pPr>
            <a:fld id="{C9097994-E666-4975-96F9-29B390C5F04B}" type="slidenum">
              <a:rPr lang="en-US" altLang="en-US"/>
              <a:pPr>
                <a:defRPr/>
              </a:pPr>
              <a:t>‹#›</a:t>
            </a:fld>
            <a:endParaRPr lang="en-US" altLang="en-US"/>
          </a:p>
        </p:txBody>
      </p:sp>
    </p:spTree>
    <p:extLst>
      <p:ext uri="{BB962C8B-B14F-4D97-AF65-F5344CB8AC3E}">
        <p14:creationId xmlns:p14="http://schemas.microsoft.com/office/powerpoint/2010/main" val="27941231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6D5B9-1FA6-4869-BF4D-CB774BFE06E4}" type="datetimeFigureOut">
              <a:rPr lang="en-US" smtClean="0"/>
              <a:t>9/14/2025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486FB5-92BF-40A7-97A4-4FAA8EEB084F}" type="slidenum">
              <a:rPr lang="en-US" smtClean="0"/>
              <a:t>‹#›</a:t>
            </a:fld>
            <a:endParaRPr lang="en-US"/>
          </a:p>
        </p:txBody>
      </p:sp>
    </p:spTree>
    <p:extLst>
      <p:ext uri="{BB962C8B-B14F-4D97-AF65-F5344CB8AC3E}">
        <p14:creationId xmlns:p14="http://schemas.microsoft.com/office/powerpoint/2010/main" val="6981985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F976F952-8240-4F54-A0BD-9483C3B1C858}"/>
              </a:ext>
            </a:extLst>
          </p:cNvPr>
          <p:cNvSpPr>
            <a:spLocks noGrp="1"/>
          </p:cNvSpPr>
          <p:nvPr>
            <p:ph type="dt" sz="half" idx="10"/>
          </p:nvPr>
        </p:nvSpPr>
        <p:spPr/>
        <p:txBody>
          <a:bodyPr/>
          <a:lstStyle>
            <a:lvl1pPr>
              <a:defRPr/>
            </a:lvl1pPr>
          </a:lstStyle>
          <a:p>
            <a:pPr>
              <a:defRPr/>
            </a:pPr>
            <a:fld id="{103F0D36-E486-495A-9C58-28AF4BBACEF0}" type="datetimeFigureOut">
              <a:rPr lang="en-US"/>
              <a:pPr>
                <a:defRPr/>
              </a:pPr>
              <a:t>9/14/2025</a:t>
            </a:fld>
            <a:endParaRPr lang="en-US"/>
          </a:p>
        </p:txBody>
      </p:sp>
      <p:sp>
        <p:nvSpPr>
          <p:cNvPr id="5" name="Footer Placeholder 4">
            <a:extLst>
              <a:ext uri="{FF2B5EF4-FFF2-40B4-BE49-F238E27FC236}">
                <a16:creationId xmlns:a16="http://schemas.microsoft.com/office/drawing/2014/main" id="{3594B21E-A3CC-48AA-AB22-A9C15C23557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EA281C8-7ABA-4B78-A119-4D7F73227728}"/>
              </a:ext>
            </a:extLst>
          </p:cNvPr>
          <p:cNvSpPr>
            <a:spLocks noGrp="1"/>
          </p:cNvSpPr>
          <p:nvPr>
            <p:ph type="sldNum" sz="quarter" idx="12"/>
          </p:nvPr>
        </p:nvSpPr>
        <p:spPr/>
        <p:txBody>
          <a:bodyPr/>
          <a:lstStyle>
            <a:lvl1pPr>
              <a:defRPr/>
            </a:lvl1pPr>
          </a:lstStyle>
          <a:p>
            <a:pPr>
              <a:defRPr/>
            </a:pPr>
            <a:fld id="{516DEC54-F15A-41F3-970C-F6D6C7E8FB4E}" type="slidenum">
              <a:rPr lang="en-US" altLang="en-US"/>
              <a:pPr>
                <a:defRPr/>
              </a:pPr>
              <a:t>‹#›</a:t>
            </a:fld>
            <a:endParaRPr lang="en-US" altLang="en-US"/>
          </a:p>
        </p:txBody>
      </p:sp>
    </p:spTree>
    <p:extLst>
      <p:ext uri="{BB962C8B-B14F-4D97-AF65-F5344CB8AC3E}">
        <p14:creationId xmlns:p14="http://schemas.microsoft.com/office/powerpoint/2010/main" val="29439551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2AF1FD-83E0-4A33-96DF-6A17A38E3C11}"/>
              </a:ext>
            </a:extLst>
          </p:cNvPr>
          <p:cNvSpPr>
            <a:spLocks noGrp="1"/>
          </p:cNvSpPr>
          <p:nvPr>
            <p:ph type="dt" sz="half" idx="10"/>
          </p:nvPr>
        </p:nvSpPr>
        <p:spPr/>
        <p:txBody>
          <a:bodyPr/>
          <a:lstStyle>
            <a:lvl1pPr>
              <a:defRPr/>
            </a:lvl1pPr>
          </a:lstStyle>
          <a:p>
            <a:pPr>
              <a:defRPr/>
            </a:pPr>
            <a:fld id="{BCD2EE42-BB57-40FD-9CF1-666B5DA15BCC}" type="datetimeFigureOut">
              <a:rPr lang="en-US"/>
              <a:pPr>
                <a:defRPr/>
              </a:pPr>
              <a:t>9/14/2025</a:t>
            </a:fld>
            <a:endParaRPr lang="en-US"/>
          </a:p>
        </p:txBody>
      </p:sp>
      <p:sp>
        <p:nvSpPr>
          <p:cNvPr id="5" name="Footer Placeholder 4">
            <a:extLst>
              <a:ext uri="{FF2B5EF4-FFF2-40B4-BE49-F238E27FC236}">
                <a16:creationId xmlns:a16="http://schemas.microsoft.com/office/drawing/2014/main" id="{9D587FEE-F201-490D-9171-B98EF2E1988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A1A681C-6114-4181-A5F8-3E5E33CB35C9}"/>
              </a:ext>
            </a:extLst>
          </p:cNvPr>
          <p:cNvSpPr>
            <a:spLocks noGrp="1"/>
          </p:cNvSpPr>
          <p:nvPr>
            <p:ph type="sldNum" sz="quarter" idx="12"/>
          </p:nvPr>
        </p:nvSpPr>
        <p:spPr/>
        <p:txBody>
          <a:bodyPr/>
          <a:lstStyle>
            <a:lvl1pPr>
              <a:defRPr/>
            </a:lvl1pPr>
          </a:lstStyle>
          <a:p>
            <a:pPr>
              <a:defRPr/>
            </a:pPr>
            <a:fld id="{31D023D9-2328-4697-BB0C-468DABC938EC}" type="slidenum">
              <a:rPr lang="en-US" altLang="en-US"/>
              <a:pPr>
                <a:defRPr/>
              </a:pPr>
              <a:t>‹#›</a:t>
            </a:fld>
            <a:endParaRPr lang="en-US" altLang="en-US"/>
          </a:p>
        </p:txBody>
      </p:sp>
    </p:spTree>
    <p:extLst>
      <p:ext uri="{BB962C8B-B14F-4D97-AF65-F5344CB8AC3E}">
        <p14:creationId xmlns:p14="http://schemas.microsoft.com/office/powerpoint/2010/main" val="24533987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6D27D8-4172-4E2C-B4FC-A17443D710A0}"/>
              </a:ext>
            </a:extLst>
          </p:cNvPr>
          <p:cNvSpPr>
            <a:spLocks noGrp="1"/>
          </p:cNvSpPr>
          <p:nvPr>
            <p:ph type="dt" sz="half" idx="10"/>
          </p:nvPr>
        </p:nvSpPr>
        <p:spPr/>
        <p:txBody>
          <a:bodyPr/>
          <a:lstStyle>
            <a:lvl1pPr>
              <a:defRPr/>
            </a:lvl1pPr>
          </a:lstStyle>
          <a:p>
            <a:pPr>
              <a:defRPr/>
            </a:pPr>
            <a:fld id="{1245415B-D464-4F49-BECF-0291F16C6608}" type="datetimeFigureOut">
              <a:rPr lang="en-US"/>
              <a:pPr>
                <a:defRPr/>
              </a:pPr>
              <a:t>9/14/2025</a:t>
            </a:fld>
            <a:endParaRPr lang="en-US"/>
          </a:p>
        </p:txBody>
      </p:sp>
      <p:sp>
        <p:nvSpPr>
          <p:cNvPr id="5" name="Footer Placeholder 4">
            <a:extLst>
              <a:ext uri="{FF2B5EF4-FFF2-40B4-BE49-F238E27FC236}">
                <a16:creationId xmlns:a16="http://schemas.microsoft.com/office/drawing/2014/main" id="{7DD90122-D487-4942-9A45-41403E1823D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E0A415C-B173-4029-A2A0-F97D8F46B3B6}"/>
              </a:ext>
            </a:extLst>
          </p:cNvPr>
          <p:cNvSpPr>
            <a:spLocks noGrp="1"/>
          </p:cNvSpPr>
          <p:nvPr>
            <p:ph type="sldNum" sz="quarter" idx="12"/>
          </p:nvPr>
        </p:nvSpPr>
        <p:spPr/>
        <p:txBody>
          <a:bodyPr/>
          <a:lstStyle>
            <a:lvl1pPr>
              <a:defRPr/>
            </a:lvl1pPr>
          </a:lstStyle>
          <a:p>
            <a:pPr>
              <a:defRPr/>
            </a:pPr>
            <a:fld id="{35C33027-7053-467E-8F2A-9425A8727063}" type="slidenum">
              <a:rPr lang="en-US" altLang="en-US"/>
              <a:pPr>
                <a:defRPr/>
              </a:pPr>
              <a:t>‹#›</a:t>
            </a:fld>
            <a:endParaRPr lang="en-US" altLang="en-US"/>
          </a:p>
        </p:txBody>
      </p:sp>
    </p:spTree>
    <p:extLst>
      <p:ext uri="{BB962C8B-B14F-4D97-AF65-F5344CB8AC3E}">
        <p14:creationId xmlns:p14="http://schemas.microsoft.com/office/powerpoint/2010/main" val="17929264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2CF42F1E-F94E-4203-95C0-0C621EACC128}"/>
              </a:ext>
            </a:extLst>
          </p:cNvPr>
          <p:cNvSpPr>
            <a:spLocks noGrp="1"/>
          </p:cNvSpPr>
          <p:nvPr>
            <p:ph type="dt" sz="half" idx="10"/>
          </p:nvPr>
        </p:nvSpPr>
        <p:spPr/>
        <p:txBody>
          <a:bodyPr/>
          <a:lstStyle>
            <a:lvl1pPr>
              <a:defRPr/>
            </a:lvl1pPr>
          </a:lstStyle>
          <a:p>
            <a:pPr>
              <a:defRPr/>
            </a:pPr>
            <a:fld id="{4CFF2207-512C-4C2E-B436-347B633A78F0}" type="datetimeFigureOut">
              <a:rPr lang="en-US"/>
              <a:pPr>
                <a:defRPr/>
              </a:pPr>
              <a:t>9/14/2025</a:t>
            </a:fld>
            <a:endParaRPr lang="en-US"/>
          </a:p>
        </p:txBody>
      </p:sp>
      <p:sp>
        <p:nvSpPr>
          <p:cNvPr id="6" name="Footer Placeholder 4">
            <a:extLst>
              <a:ext uri="{FF2B5EF4-FFF2-40B4-BE49-F238E27FC236}">
                <a16:creationId xmlns:a16="http://schemas.microsoft.com/office/drawing/2014/main" id="{047459DA-7F4C-4BFE-95B8-3FCC4B7D487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7CB6898-EBA1-454F-929D-2368226590F8}"/>
              </a:ext>
            </a:extLst>
          </p:cNvPr>
          <p:cNvSpPr>
            <a:spLocks noGrp="1"/>
          </p:cNvSpPr>
          <p:nvPr>
            <p:ph type="sldNum" sz="quarter" idx="12"/>
          </p:nvPr>
        </p:nvSpPr>
        <p:spPr/>
        <p:txBody>
          <a:bodyPr/>
          <a:lstStyle>
            <a:lvl1pPr>
              <a:defRPr/>
            </a:lvl1pPr>
          </a:lstStyle>
          <a:p>
            <a:pPr>
              <a:defRPr/>
            </a:pPr>
            <a:fld id="{4740B638-8734-4346-9C87-ED73989447A2}" type="slidenum">
              <a:rPr lang="en-US" altLang="en-US"/>
              <a:pPr>
                <a:defRPr/>
              </a:pPr>
              <a:t>‹#›</a:t>
            </a:fld>
            <a:endParaRPr lang="en-US" altLang="en-US"/>
          </a:p>
        </p:txBody>
      </p:sp>
    </p:spTree>
    <p:extLst>
      <p:ext uri="{BB962C8B-B14F-4D97-AF65-F5344CB8AC3E}">
        <p14:creationId xmlns:p14="http://schemas.microsoft.com/office/powerpoint/2010/main" val="38930057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426EB078-DC59-4411-889B-E9D58AA4DD32}"/>
              </a:ext>
            </a:extLst>
          </p:cNvPr>
          <p:cNvSpPr>
            <a:spLocks noGrp="1"/>
          </p:cNvSpPr>
          <p:nvPr>
            <p:ph type="dt" sz="half" idx="10"/>
          </p:nvPr>
        </p:nvSpPr>
        <p:spPr/>
        <p:txBody>
          <a:bodyPr/>
          <a:lstStyle>
            <a:lvl1pPr>
              <a:defRPr/>
            </a:lvl1pPr>
          </a:lstStyle>
          <a:p>
            <a:pPr>
              <a:defRPr/>
            </a:pPr>
            <a:fld id="{4619A514-6070-45E1-AC8A-B82F3AB7F780}" type="datetimeFigureOut">
              <a:rPr lang="en-US"/>
              <a:pPr>
                <a:defRPr/>
              </a:pPr>
              <a:t>9/14/2025</a:t>
            </a:fld>
            <a:endParaRPr lang="en-US"/>
          </a:p>
        </p:txBody>
      </p:sp>
      <p:sp>
        <p:nvSpPr>
          <p:cNvPr id="8" name="Footer Placeholder 4">
            <a:extLst>
              <a:ext uri="{FF2B5EF4-FFF2-40B4-BE49-F238E27FC236}">
                <a16:creationId xmlns:a16="http://schemas.microsoft.com/office/drawing/2014/main" id="{BF0D8A1B-2130-4395-9CFA-67135081F86B}"/>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A1659969-AC6F-4DF7-960F-A314E65FA8EF}"/>
              </a:ext>
            </a:extLst>
          </p:cNvPr>
          <p:cNvSpPr>
            <a:spLocks noGrp="1"/>
          </p:cNvSpPr>
          <p:nvPr>
            <p:ph type="sldNum" sz="quarter" idx="12"/>
          </p:nvPr>
        </p:nvSpPr>
        <p:spPr/>
        <p:txBody>
          <a:bodyPr/>
          <a:lstStyle>
            <a:lvl1pPr>
              <a:defRPr/>
            </a:lvl1pPr>
          </a:lstStyle>
          <a:p>
            <a:pPr>
              <a:defRPr/>
            </a:pPr>
            <a:fld id="{C178D600-A2D8-416D-868C-C6F3E9AEC900}" type="slidenum">
              <a:rPr lang="en-US" altLang="en-US"/>
              <a:pPr>
                <a:defRPr/>
              </a:pPr>
              <a:t>‹#›</a:t>
            </a:fld>
            <a:endParaRPr lang="en-US" altLang="en-US"/>
          </a:p>
        </p:txBody>
      </p:sp>
    </p:spTree>
    <p:extLst>
      <p:ext uri="{BB962C8B-B14F-4D97-AF65-F5344CB8AC3E}">
        <p14:creationId xmlns:p14="http://schemas.microsoft.com/office/powerpoint/2010/main" val="15829889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469F361E-CAFB-479A-8BE8-68EE13D84E8C}"/>
              </a:ext>
            </a:extLst>
          </p:cNvPr>
          <p:cNvSpPr>
            <a:spLocks noGrp="1"/>
          </p:cNvSpPr>
          <p:nvPr>
            <p:ph type="dt" sz="half" idx="10"/>
          </p:nvPr>
        </p:nvSpPr>
        <p:spPr/>
        <p:txBody>
          <a:bodyPr/>
          <a:lstStyle>
            <a:lvl1pPr>
              <a:defRPr/>
            </a:lvl1pPr>
          </a:lstStyle>
          <a:p>
            <a:pPr>
              <a:defRPr/>
            </a:pPr>
            <a:fld id="{C72921E2-ABE0-4223-AD0E-7327ED1C9A45}" type="datetimeFigureOut">
              <a:rPr lang="en-US"/>
              <a:pPr>
                <a:defRPr/>
              </a:pPr>
              <a:t>9/14/2025</a:t>
            </a:fld>
            <a:endParaRPr lang="en-US"/>
          </a:p>
        </p:txBody>
      </p:sp>
      <p:sp>
        <p:nvSpPr>
          <p:cNvPr id="4" name="Footer Placeholder 4">
            <a:extLst>
              <a:ext uri="{FF2B5EF4-FFF2-40B4-BE49-F238E27FC236}">
                <a16:creationId xmlns:a16="http://schemas.microsoft.com/office/drawing/2014/main" id="{00275975-DC6A-4D12-9F94-219EBD73AE0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774DF974-22A7-49C7-9E01-EF873BFA843F}"/>
              </a:ext>
            </a:extLst>
          </p:cNvPr>
          <p:cNvSpPr>
            <a:spLocks noGrp="1"/>
          </p:cNvSpPr>
          <p:nvPr>
            <p:ph type="sldNum" sz="quarter" idx="12"/>
          </p:nvPr>
        </p:nvSpPr>
        <p:spPr/>
        <p:txBody>
          <a:bodyPr/>
          <a:lstStyle>
            <a:lvl1pPr>
              <a:defRPr/>
            </a:lvl1pPr>
          </a:lstStyle>
          <a:p>
            <a:pPr>
              <a:defRPr/>
            </a:pPr>
            <a:fld id="{08ED2960-1C84-40A5-A0ED-6DE3FEBA31A2}" type="slidenum">
              <a:rPr lang="en-US" altLang="en-US"/>
              <a:pPr>
                <a:defRPr/>
              </a:pPr>
              <a:t>‹#›</a:t>
            </a:fld>
            <a:endParaRPr lang="en-US" altLang="en-US"/>
          </a:p>
        </p:txBody>
      </p:sp>
    </p:spTree>
    <p:extLst>
      <p:ext uri="{BB962C8B-B14F-4D97-AF65-F5344CB8AC3E}">
        <p14:creationId xmlns:p14="http://schemas.microsoft.com/office/powerpoint/2010/main" val="8473106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3802EE8-9DCF-418B-BB26-F4266DA46A54}"/>
              </a:ext>
            </a:extLst>
          </p:cNvPr>
          <p:cNvSpPr>
            <a:spLocks noGrp="1"/>
          </p:cNvSpPr>
          <p:nvPr>
            <p:ph type="dt" sz="half" idx="10"/>
          </p:nvPr>
        </p:nvSpPr>
        <p:spPr/>
        <p:txBody>
          <a:bodyPr/>
          <a:lstStyle>
            <a:lvl1pPr>
              <a:defRPr/>
            </a:lvl1pPr>
          </a:lstStyle>
          <a:p>
            <a:pPr>
              <a:defRPr/>
            </a:pPr>
            <a:fld id="{4DDF5671-C570-4DA3-8FCE-45C65264E8FA}" type="datetimeFigureOut">
              <a:rPr lang="en-US"/>
              <a:pPr>
                <a:defRPr/>
              </a:pPr>
              <a:t>9/14/2025</a:t>
            </a:fld>
            <a:endParaRPr lang="en-US"/>
          </a:p>
        </p:txBody>
      </p:sp>
      <p:sp>
        <p:nvSpPr>
          <p:cNvPr id="3" name="Footer Placeholder 4">
            <a:extLst>
              <a:ext uri="{FF2B5EF4-FFF2-40B4-BE49-F238E27FC236}">
                <a16:creationId xmlns:a16="http://schemas.microsoft.com/office/drawing/2014/main" id="{8C2619EF-2A01-4025-A94F-F6CE80E3998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4177780-D177-4838-9662-E1E2930F7BA7}"/>
              </a:ext>
            </a:extLst>
          </p:cNvPr>
          <p:cNvSpPr>
            <a:spLocks noGrp="1"/>
          </p:cNvSpPr>
          <p:nvPr>
            <p:ph type="sldNum" sz="quarter" idx="12"/>
          </p:nvPr>
        </p:nvSpPr>
        <p:spPr/>
        <p:txBody>
          <a:bodyPr/>
          <a:lstStyle>
            <a:lvl1pPr>
              <a:defRPr/>
            </a:lvl1pPr>
          </a:lstStyle>
          <a:p>
            <a:pPr>
              <a:defRPr/>
            </a:pPr>
            <a:fld id="{F2DCBDB4-6A2D-41C2-8E64-22F3AEF19FC7}" type="slidenum">
              <a:rPr lang="en-US" altLang="en-US"/>
              <a:pPr>
                <a:defRPr/>
              </a:pPr>
              <a:t>‹#›</a:t>
            </a:fld>
            <a:endParaRPr lang="en-US" altLang="en-US"/>
          </a:p>
        </p:txBody>
      </p:sp>
    </p:spTree>
    <p:extLst>
      <p:ext uri="{BB962C8B-B14F-4D97-AF65-F5344CB8AC3E}">
        <p14:creationId xmlns:p14="http://schemas.microsoft.com/office/powerpoint/2010/main" val="16480737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85CF95C-6DA3-4E9A-86D9-B8A1D78691E3}"/>
              </a:ext>
            </a:extLst>
          </p:cNvPr>
          <p:cNvSpPr>
            <a:spLocks noGrp="1"/>
          </p:cNvSpPr>
          <p:nvPr>
            <p:ph type="dt" sz="half" idx="10"/>
          </p:nvPr>
        </p:nvSpPr>
        <p:spPr/>
        <p:txBody>
          <a:bodyPr/>
          <a:lstStyle>
            <a:lvl1pPr>
              <a:defRPr/>
            </a:lvl1pPr>
          </a:lstStyle>
          <a:p>
            <a:pPr>
              <a:defRPr/>
            </a:pPr>
            <a:fld id="{4B892E76-F5B5-410D-B1BB-4EC9B6D1DE17}" type="datetimeFigureOut">
              <a:rPr lang="en-US"/>
              <a:pPr>
                <a:defRPr/>
              </a:pPr>
              <a:t>9/14/2025</a:t>
            </a:fld>
            <a:endParaRPr lang="en-US"/>
          </a:p>
        </p:txBody>
      </p:sp>
      <p:sp>
        <p:nvSpPr>
          <p:cNvPr id="6" name="Footer Placeholder 4">
            <a:extLst>
              <a:ext uri="{FF2B5EF4-FFF2-40B4-BE49-F238E27FC236}">
                <a16:creationId xmlns:a16="http://schemas.microsoft.com/office/drawing/2014/main" id="{B06EAD30-7445-4F8D-A6FD-48C57446A86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B697391-8125-4FCA-9E44-F257384E87D5}"/>
              </a:ext>
            </a:extLst>
          </p:cNvPr>
          <p:cNvSpPr>
            <a:spLocks noGrp="1"/>
          </p:cNvSpPr>
          <p:nvPr>
            <p:ph type="sldNum" sz="quarter" idx="12"/>
          </p:nvPr>
        </p:nvSpPr>
        <p:spPr/>
        <p:txBody>
          <a:bodyPr/>
          <a:lstStyle>
            <a:lvl1pPr>
              <a:defRPr/>
            </a:lvl1pPr>
          </a:lstStyle>
          <a:p>
            <a:pPr>
              <a:defRPr/>
            </a:pPr>
            <a:fld id="{CAC8590C-7A72-498C-9114-4FD9241ABE78}" type="slidenum">
              <a:rPr lang="en-US" altLang="en-US"/>
              <a:pPr>
                <a:defRPr/>
              </a:pPr>
              <a:t>‹#›</a:t>
            </a:fld>
            <a:endParaRPr lang="en-US" altLang="en-US"/>
          </a:p>
        </p:txBody>
      </p:sp>
    </p:spTree>
    <p:extLst>
      <p:ext uri="{BB962C8B-B14F-4D97-AF65-F5344CB8AC3E}">
        <p14:creationId xmlns:p14="http://schemas.microsoft.com/office/powerpoint/2010/main" val="34871494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89DDDF6F-06F7-4EAE-960C-0D9D15B41882}"/>
              </a:ext>
            </a:extLst>
          </p:cNvPr>
          <p:cNvSpPr>
            <a:spLocks noGrp="1"/>
          </p:cNvSpPr>
          <p:nvPr>
            <p:ph type="dt" sz="half" idx="10"/>
          </p:nvPr>
        </p:nvSpPr>
        <p:spPr/>
        <p:txBody>
          <a:bodyPr/>
          <a:lstStyle>
            <a:lvl1pPr>
              <a:defRPr/>
            </a:lvl1pPr>
          </a:lstStyle>
          <a:p>
            <a:pPr>
              <a:defRPr/>
            </a:pPr>
            <a:fld id="{10F6AC56-21E7-434D-8858-C661521A0E3B}" type="datetimeFigureOut">
              <a:rPr lang="en-US"/>
              <a:pPr>
                <a:defRPr/>
              </a:pPr>
              <a:t>9/14/2025</a:t>
            </a:fld>
            <a:endParaRPr lang="en-US"/>
          </a:p>
        </p:txBody>
      </p:sp>
      <p:sp>
        <p:nvSpPr>
          <p:cNvPr id="6" name="Footer Placeholder 4">
            <a:extLst>
              <a:ext uri="{FF2B5EF4-FFF2-40B4-BE49-F238E27FC236}">
                <a16:creationId xmlns:a16="http://schemas.microsoft.com/office/drawing/2014/main" id="{D68E47AD-A097-4A95-8446-538D45D8187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5D4F876-A54D-42E0-84AC-924F9DA7AAF9}"/>
              </a:ext>
            </a:extLst>
          </p:cNvPr>
          <p:cNvSpPr>
            <a:spLocks noGrp="1"/>
          </p:cNvSpPr>
          <p:nvPr>
            <p:ph type="sldNum" sz="quarter" idx="12"/>
          </p:nvPr>
        </p:nvSpPr>
        <p:spPr/>
        <p:txBody>
          <a:bodyPr/>
          <a:lstStyle>
            <a:lvl1pPr>
              <a:defRPr/>
            </a:lvl1pPr>
          </a:lstStyle>
          <a:p>
            <a:pPr>
              <a:defRPr/>
            </a:pPr>
            <a:fld id="{A3E8C03C-709B-421B-A705-9967B623DC40}" type="slidenum">
              <a:rPr lang="en-US" altLang="en-US"/>
              <a:pPr>
                <a:defRPr/>
              </a:pPr>
              <a:t>‹#›</a:t>
            </a:fld>
            <a:endParaRPr lang="en-US" altLang="en-US"/>
          </a:p>
        </p:txBody>
      </p:sp>
    </p:spTree>
    <p:extLst>
      <p:ext uri="{BB962C8B-B14F-4D97-AF65-F5344CB8AC3E}">
        <p14:creationId xmlns:p14="http://schemas.microsoft.com/office/powerpoint/2010/main" val="18643245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A7FE8A-6A07-4486-B14D-88C5500F5EA0}"/>
              </a:ext>
            </a:extLst>
          </p:cNvPr>
          <p:cNvSpPr>
            <a:spLocks noGrp="1"/>
          </p:cNvSpPr>
          <p:nvPr>
            <p:ph type="dt" sz="half" idx="10"/>
          </p:nvPr>
        </p:nvSpPr>
        <p:spPr/>
        <p:txBody>
          <a:bodyPr/>
          <a:lstStyle>
            <a:lvl1pPr>
              <a:defRPr/>
            </a:lvl1pPr>
          </a:lstStyle>
          <a:p>
            <a:pPr>
              <a:defRPr/>
            </a:pPr>
            <a:fld id="{705218A3-761E-4E44-B546-E3339287C71D}" type="datetimeFigureOut">
              <a:rPr lang="en-US"/>
              <a:pPr>
                <a:defRPr/>
              </a:pPr>
              <a:t>9/14/2025</a:t>
            </a:fld>
            <a:endParaRPr lang="en-US"/>
          </a:p>
        </p:txBody>
      </p:sp>
      <p:sp>
        <p:nvSpPr>
          <p:cNvPr id="5" name="Footer Placeholder 4">
            <a:extLst>
              <a:ext uri="{FF2B5EF4-FFF2-40B4-BE49-F238E27FC236}">
                <a16:creationId xmlns:a16="http://schemas.microsoft.com/office/drawing/2014/main" id="{3135E8CE-4241-4276-B74C-D656FB20D73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3CEC597-35CF-4A35-8B46-C2B4EC2F1202}"/>
              </a:ext>
            </a:extLst>
          </p:cNvPr>
          <p:cNvSpPr>
            <a:spLocks noGrp="1"/>
          </p:cNvSpPr>
          <p:nvPr>
            <p:ph type="sldNum" sz="quarter" idx="12"/>
          </p:nvPr>
        </p:nvSpPr>
        <p:spPr/>
        <p:txBody>
          <a:bodyPr/>
          <a:lstStyle>
            <a:lvl1pPr>
              <a:defRPr/>
            </a:lvl1pPr>
          </a:lstStyle>
          <a:p>
            <a:pPr>
              <a:defRPr/>
            </a:pPr>
            <a:fld id="{C33CB811-92E4-4BF4-8A22-035902C1E908}" type="slidenum">
              <a:rPr lang="en-US" altLang="en-US"/>
              <a:pPr>
                <a:defRPr/>
              </a:pPr>
              <a:t>‹#›</a:t>
            </a:fld>
            <a:endParaRPr lang="en-US" altLang="en-US"/>
          </a:p>
        </p:txBody>
      </p:sp>
    </p:spTree>
    <p:extLst>
      <p:ext uri="{BB962C8B-B14F-4D97-AF65-F5344CB8AC3E}">
        <p14:creationId xmlns:p14="http://schemas.microsoft.com/office/powerpoint/2010/main" val="41147222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CD9D49-0EC3-4D4C-B4EF-5CA0F38938DC}"/>
              </a:ext>
            </a:extLst>
          </p:cNvPr>
          <p:cNvSpPr>
            <a:spLocks noGrp="1"/>
          </p:cNvSpPr>
          <p:nvPr>
            <p:ph type="dt" sz="half" idx="10"/>
          </p:nvPr>
        </p:nvSpPr>
        <p:spPr/>
        <p:txBody>
          <a:bodyPr/>
          <a:lstStyle>
            <a:lvl1pPr>
              <a:defRPr/>
            </a:lvl1pPr>
          </a:lstStyle>
          <a:p>
            <a:pPr>
              <a:defRPr/>
            </a:pPr>
            <a:fld id="{3073A272-F6B3-4BC5-ABB2-FD0C7BDCD6BB}" type="datetimeFigureOut">
              <a:rPr lang="en-US"/>
              <a:pPr>
                <a:defRPr/>
              </a:pPr>
              <a:t>9/14/2025</a:t>
            </a:fld>
            <a:endParaRPr lang="en-US"/>
          </a:p>
        </p:txBody>
      </p:sp>
      <p:sp>
        <p:nvSpPr>
          <p:cNvPr id="5" name="Footer Placeholder 4">
            <a:extLst>
              <a:ext uri="{FF2B5EF4-FFF2-40B4-BE49-F238E27FC236}">
                <a16:creationId xmlns:a16="http://schemas.microsoft.com/office/drawing/2014/main" id="{F3FD0423-D17F-41EF-8EA8-F58ED43B2B2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3B4F5CC-284C-4B64-9B84-D265E0E6D756}"/>
              </a:ext>
            </a:extLst>
          </p:cNvPr>
          <p:cNvSpPr>
            <a:spLocks noGrp="1"/>
          </p:cNvSpPr>
          <p:nvPr>
            <p:ph type="sldNum" sz="quarter" idx="12"/>
          </p:nvPr>
        </p:nvSpPr>
        <p:spPr/>
        <p:txBody>
          <a:bodyPr/>
          <a:lstStyle>
            <a:lvl1pPr>
              <a:defRPr/>
            </a:lvl1pPr>
          </a:lstStyle>
          <a:p>
            <a:pPr>
              <a:defRPr/>
            </a:pPr>
            <a:fld id="{181B0F95-3999-42F2-AED8-2A2497C870BE}" type="slidenum">
              <a:rPr lang="en-US" altLang="en-US"/>
              <a:pPr>
                <a:defRPr/>
              </a:pPr>
              <a:t>‹#›</a:t>
            </a:fld>
            <a:endParaRPr lang="en-US" altLang="en-US"/>
          </a:p>
        </p:txBody>
      </p:sp>
    </p:spTree>
    <p:extLst>
      <p:ext uri="{BB962C8B-B14F-4D97-AF65-F5344CB8AC3E}">
        <p14:creationId xmlns:p14="http://schemas.microsoft.com/office/powerpoint/2010/main" val="29712640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CEDD6962-A5CB-4DFA-8844-B100E0CB1D69}"/>
              </a:ext>
            </a:extLst>
          </p:cNvPr>
          <p:cNvSpPr>
            <a:spLocks noGrp="1"/>
          </p:cNvSpPr>
          <p:nvPr>
            <p:ph type="dt" sz="half" idx="10"/>
          </p:nvPr>
        </p:nvSpPr>
        <p:spPr/>
        <p:txBody>
          <a:bodyPr/>
          <a:lstStyle>
            <a:lvl1pPr>
              <a:defRPr/>
            </a:lvl1pPr>
          </a:lstStyle>
          <a:p>
            <a:pPr>
              <a:defRPr/>
            </a:pPr>
            <a:fld id="{93EB989E-591C-4E30-8431-40FD25491000}" type="datetimeFigureOut">
              <a:rPr lang="en-US"/>
              <a:pPr>
                <a:defRPr/>
              </a:pPr>
              <a:t>9/14/2025</a:t>
            </a:fld>
            <a:endParaRPr lang="en-US"/>
          </a:p>
        </p:txBody>
      </p:sp>
      <p:sp>
        <p:nvSpPr>
          <p:cNvPr id="4" name="Footer Placeholder 4">
            <a:extLst>
              <a:ext uri="{FF2B5EF4-FFF2-40B4-BE49-F238E27FC236}">
                <a16:creationId xmlns:a16="http://schemas.microsoft.com/office/drawing/2014/main" id="{F8F0DFA7-8BE9-4781-A7DA-32B599765183}"/>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DC1130C5-C24E-42D2-918D-60EFF6279603}"/>
              </a:ext>
            </a:extLst>
          </p:cNvPr>
          <p:cNvSpPr>
            <a:spLocks noGrp="1"/>
          </p:cNvSpPr>
          <p:nvPr>
            <p:ph type="sldNum" sz="quarter" idx="12"/>
          </p:nvPr>
        </p:nvSpPr>
        <p:spPr/>
        <p:txBody>
          <a:bodyPr/>
          <a:lstStyle>
            <a:lvl1pPr>
              <a:defRPr/>
            </a:lvl1pPr>
          </a:lstStyle>
          <a:p>
            <a:pPr>
              <a:defRPr/>
            </a:pPr>
            <a:fld id="{BBE877A3-32C2-4D56-B6EC-CB2171EE8B91}" type="slidenum">
              <a:rPr lang="en-US" altLang="en-US"/>
              <a:pPr>
                <a:defRPr/>
              </a:pPr>
              <a:t>‹#›</a:t>
            </a:fld>
            <a:endParaRPr lang="en-US" altLang="en-US"/>
          </a:p>
        </p:txBody>
      </p:sp>
    </p:spTree>
    <p:extLst>
      <p:ext uri="{BB962C8B-B14F-4D97-AF65-F5344CB8AC3E}">
        <p14:creationId xmlns:p14="http://schemas.microsoft.com/office/powerpoint/2010/main" val="29133671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pic>
        <p:nvPicPr>
          <p:cNvPr id="4" name="Picture 7" descr="Droplets-SD-Content-R1d.png">
            <a:extLst>
              <a:ext uri="{FF2B5EF4-FFF2-40B4-BE49-F238E27FC236}">
                <a16:creationId xmlns:a16="http://schemas.microsoft.com/office/drawing/2014/main" id="{1AA0ACAB-0260-4786-AF29-F8C19A1B77E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98D3D235-126E-4702-816C-27AA25C2E930}"/>
              </a:ext>
            </a:extLst>
          </p:cNvPr>
          <p:cNvSpPr>
            <a:spLocks noGrp="1"/>
          </p:cNvSpPr>
          <p:nvPr>
            <p:ph type="dt" sz="half" idx="14"/>
          </p:nvPr>
        </p:nvSpPr>
        <p:spPr/>
        <p:txBody>
          <a:bodyPr/>
          <a:lstStyle>
            <a:lvl1pPr>
              <a:defRPr/>
            </a:lvl1pPr>
          </a:lstStyle>
          <a:p>
            <a:pPr>
              <a:defRPr/>
            </a:pPr>
            <a:fld id="{451241AB-401D-4D0B-89BD-CACCC284BCFF}" type="datetimeFigureOut">
              <a:rPr lang="en-US"/>
              <a:pPr>
                <a:defRPr/>
              </a:pPr>
              <a:t>9/14/2025</a:t>
            </a:fld>
            <a:endParaRPr lang="en-US"/>
          </a:p>
        </p:txBody>
      </p:sp>
      <p:sp>
        <p:nvSpPr>
          <p:cNvPr id="6" name="Footer Placeholder 4">
            <a:extLst>
              <a:ext uri="{FF2B5EF4-FFF2-40B4-BE49-F238E27FC236}">
                <a16:creationId xmlns:a16="http://schemas.microsoft.com/office/drawing/2014/main" id="{9D624CA9-EF70-4B45-8173-8BB17AA130B5}"/>
              </a:ext>
            </a:extLst>
          </p:cNvPr>
          <p:cNvSpPr>
            <a:spLocks noGrp="1"/>
          </p:cNvSpPr>
          <p:nvPr>
            <p:ph type="ftr" sz="quarter" idx="15"/>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19A3D9F-00E7-44F7-A3F9-B315ED1FAFC1}"/>
              </a:ext>
            </a:extLst>
          </p:cNvPr>
          <p:cNvSpPr>
            <a:spLocks noGrp="1"/>
          </p:cNvSpPr>
          <p:nvPr>
            <p:ph type="sldNum" sz="quarter" idx="16"/>
          </p:nvPr>
        </p:nvSpPr>
        <p:spPr/>
        <p:txBody>
          <a:bodyPr/>
          <a:lstStyle>
            <a:lvl1pPr>
              <a:defRPr/>
            </a:lvl1pPr>
          </a:lstStyle>
          <a:p>
            <a:pPr>
              <a:defRPr/>
            </a:pPr>
            <a:fld id="{B3445567-EFB1-4A4B-8223-55995CF82387}" type="slidenum">
              <a:rPr lang="en-US" altLang="en-US"/>
              <a:pPr>
                <a:defRPr/>
              </a:pPr>
              <a:t>‹#›</a:t>
            </a:fld>
            <a:endParaRPr lang="en-US" altLang="en-US"/>
          </a:p>
        </p:txBody>
      </p:sp>
    </p:spTree>
    <p:extLst>
      <p:ext uri="{BB962C8B-B14F-4D97-AF65-F5344CB8AC3E}">
        <p14:creationId xmlns:p14="http://schemas.microsoft.com/office/powerpoint/2010/main" val="2813690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image" Target="../media/image4.jpeg"/><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B8B8B8"/>
            </a:gs>
          </a:gsLst>
          <a:lin ang="5400000"/>
        </a:gradFill>
        <a:effectLst/>
      </p:bgPr>
    </p:bg>
    <p:spTree>
      <p:nvGrpSpPr>
        <p:cNvPr id="1" name=""/>
        <p:cNvGrpSpPr/>
        <p:nvPr/>
      </p:nvGrpSpPr>
      <p:grpSpPr>
        <a:xfrm>
          <a:off x="0" y="0"/>
          <a:ext cx="0" cy="0"/>
          <a:chOff x="0" y="0"/>
          <a:chExt cx="0" cy="0"/>
        </a:xfrm>
      </p:grpSpPr>
      <p:pic>
        <p:nvPicPr>
          <p:cNvPr id="1026" name="Picture 2" descr="\\DROBO-FS\QuickDrops\JB\PPTX NG\Droplets\LightingOverlay.png">
            <a:extLst>
              <a:ext uri="{FF2B5EF4-FFF2-40B4-BE49-F238E27FC236}">
                <a16:creationId xmlns:a16="http://schemas.microsoft.com/office/drawing/2014/main" id="{729658ED-0799-1489-AD34-5113C313837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a:extLst>
              <a:ext uri="{FF2B5EF4-FFF2-40B4-BE49-F238E27FC236}">
                <a16:creationId xmlns:a16="http://schemas.microsoft.com/office/drawing/2014/main" id="{15A4F036-5A41-7F31-A61E-5F8AD7A921CE}"/>
              </a:ext>
            </a:extLst>
          </p:cNvPr>
          <p:cNvSpPr>
            <a:spLocks noGrp="1"/>
          </p:cNvSpPr>
          <p:nvPr>
            <p:ph type="title"/>
          </p:nvPr>
        </p:nvSpPr>
        <p:spPr>
          <a:xfrm>
            <a:off x="685800" y="619125"/>
            <a:ext cx="7772400" cy="15954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925A8A-7F25-71E0-82A5-B1595CCC09A8}"/>
              </a:ext>
            </a:extLst>
          </p:cNvPr>
          <p:cNvSpPr>
            <a:spLocks noGrp="1"/>
          </p:cNvSpPr>
          <p:nvPr>
            <p:ph type="body" idx="1"/>
          </p:nvPr>
        </p:nvSpPr>
        <p:spPr>
          <a:xfrm>
            <a:off x="685800" y="2366963"/>
            <a:ext cx="7772400" cy="34242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1315F88-EDF6-F81F-A39C-93BC7D87B33F}"/>
              </a:ext>
            </a:extLst>
          </p:cNvPr>
          <p:cNvSpPr>
            <a:spLocks noGrp="1"/>
          </p:cNvSpPr>
          <p:nvPr>
            <p:ph type="dt" sz="half" idx="2"/>
          </p:nvPr>
        </p:nvSpPr>
        <p:spPr>
          <a:xfrm>
            <a:off x="5759450" y="5883275"/>
            <a:ext cx="2057400" cy="365125"/>
          </a:xfrm>
          <a:prstGeom prst="rect">
            <a:avLst/>
          </a:prstGeom>
        </p:spPr>
        <p:txBody>
          <a:bodyPr vert="horz" lIns="91440" tIns="45720" rIns="91440" bIns="45720" rtlCol="0" anchor="ctr"/>
          <a:lstStyle>
            <a:lvl1pPr algn="r">
              <a:defRPr sz="1000">
                <a:solidFill>
                  <a:schemeClr val="tx1"/>
                </a:solidFill>
              </a:defRPr>
            </a:lvl1pPr>
          </a:lstStyle>
          <a:p>
            <a:pPr>
              <a:defRPr/>
            </a:pPr>
            <a:fld id="{3807DF09-825E-430E-A320-84A1F9C1CFD9}" type="datetimeFigureOut">
              <a:rPr lang="en-US"/>
              <a:pPr>
                <a:defRPr/>
              </a:pPr>
              <a:t>9/14/2025</a:t>
            </a:fld>
            <a:endParaRPr lang="en-US"/>
          </a:p>
        </p:txBody>
      </p:sp>
      <p:sp>
        <p:nvSpPr>
          <p:cNvPr id="5" name="Footer Placeholder 4">
            <a:extLst>
              <a:ext uri="{FF2B5EF4-FFF2-40B4-BE49-F238E27FC236}">
                <a16:creationId xmlns:a16="http://schemas.microsoft.com/office/drawing/2014/main" id="{4B39F679-727E-AC02-45C3-0B49EB075E28}"/>
              </a:ext>
            </a:extLst>
          </p:cNvPr>
          <p:cNvSpPr>
            <a:spLocks noGrp="1"/>
          </p:cNvSpPr>
          <p:nvPr>
            <p:ph type="ftr" sz="quarter" idx="3"/>
          </p:nvPr>
        </p:nvSpPr>
        <p:spPr>
          <a:xfrm>
            <a:off x="685800" y="5883275"/>
            <a:ext cx="5003800" cy="365125"/>
          </a:xfrm>
          <a:prstGeom prst="rect">
            <a:avLst/>
          </a:prstGeom>
        </p:spPr>
        <p:txBody>
          <a:bodyPr vert="horz" lIns="91440" tIns="45720" rIns="91440" bIns="45720" rtlCol="0" anchor="ctr"/>
          <a:lstStyle>
            <a:lvl1pPr algn="l">
              <a:defRPr sz="1000">
                <a:solidFill>
                  <a:schemeClr val="tx1"/>
                </a:solidFill>
              </a:defRPr>
            </a:lvl1pPr>
          </a:lstStyle>
          <a:p>
            <a:pPr>
              <a:defRPr/>
            </a:pPr>
            <a:endParaRPr lang="en-US"/>
          </a:p>
        </p:txBody>
      </p:sp>
      <p:sp>
        <p:nvSpPr>
          <p:cNvPr id="6" name="Slide Number Placeholder 5">
            <a:extLst>
              <a:ext uri="{FF2B5EF4-FFF2-40B4-BE49-F238E27FC236}">
                <a16:creationId xmlns:a16="http://schemas.microsoft.com/office/drawing/2014/main" id="{E991B39F-2EF4-36A8-B09B-45B82AFEABB0}"/>
              </a:ext>
            </a:extLst>
          </p:cNvPr>
          <p:cNvSpPr>
            <a:spLocks noGrp="1"/>
          </p:cNvSpPr>
          <p:nvPr>
            <p:ph type="sldNum" sz="quarter" idx="4"/>
          </p:nvPr>
        </p:nvSpPr>
        <p:spPr>
          <a:xfrm>
            <a:off x="7885113" y="5883275"/>
            <a:ext cx="573087" cy="365125"/>
          </a:xfrm>
          <a:prstGeom prst="rect">
            <a:avLst/>
          </a:prstGeom>
        </p:spPr>
        <p:txBody>
          <a:bodyPr vert="horz" wrap="square" lIns="91440" tIns="45720" rIns="91440" bIns="45720" numCol="1" anchor="ctr" anchorCtr="0" compatLnSpc="1">
            <a:prstTxWarp prst="textNoShape">
              <a:avLst/>
            </a:prstTxWarp>
          </a:bodyPr>
          <a:lstStyle>
            <a:lvl1pPr algn="r">
              <a:defRPr sz="1000"/>
            </a:lvl1pPr>
          </a:lstStyle>
          <a:p>
            <a:pPr>
              <a:defRPr/>
            </a:pPr>
            <a:fld id="{4B0F661D-DF49-47C7-99B9-42DECB163FF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274" r:id="rId1"/>
    <p:sldLayoutId id="2147484275" r:id="rId2"/>
    <p:sldLayoutId id="2147484276" r:id="rId3"/>
    <p:sldLayoutId id="2147484277" r:id="rId4"/>
    <p:sldLayoutId id="2147484278" r:id="rId5"/>
    <p:sldLayoutId id="2147484279" r:id="rId6"/>
    <p:sldLayoutId id="2147484280" r:id="rId7"/>
    <p:sldLayoutId id="2147484281" r:id="rId8"/>
    <p:sldLayoutId id="2147484282" r:id="rId9"/>
    <p:sldLayoutId id="2147484283" r:id="rId10"/>
    <p:sldLayoutId id="2147484284" r:id="rId11"/>
    <p:sldLayoutId id="2147484285" r:id="rId12"/>
    <p:sldLayoutId id="2147484286" r:id="rId13"/>
    <p:sldLayoutId id="2147484287" r:id="rId14"/>
    <p:sldLayoutId id="2147484288" r:id="rId15"/>
    <p:sldLayoutId id="2147484289" r:id="rId16"/>
    <p:sldLayoutId id="2147484290" r:id="rId17"/>
    <p:sldLayoutId id="2147484291" r:id="rId18"/>
  </p:sldLayoutIdLst>
  <p:txStyles>
    <p:titleStyle>
      <a:lvl1pPr algn="ctr" rtl="0" eaLnBrk="0" fontAlgn="base" hangingPunct="0">
        <a:lnSpc>
          <a:spcPct val="90000"/>
        </a:lnSpc>
        <a:spcBef>
          <a:spcPct val="0"/>
        </a:spcBef>
        <a:spcAft>
          <a:spcPct val="0"/>
        </a:spcAft>
        <a:defRPr sz="3600" kern="1200" cap="all">
          <a:solidFill>
            <a:schemeClr val="tx1"/>
          </a:solidFill>
          <a:latin typeface="+mj-lt"/>
          <a:ea typeface="+mj-ea"/>
          <a:cs typeface="+mj-cs"/>
        </a:defRPr>
      </a:lvl1pPr>
      <a:lvl2pPr algn="ctr" rtl="0" eaLnBrk="0" fontAlgn="base" hangingPunct="0">
        <a:lnSpc>
          <a:spcPct val="90000"/>
        </a:lnSpc>
        <a:spcBef>
          <a:spcPct val="0"/>
        </a:spcBef>
        <a:spcAft>
          <a:spcPct val="0"/>
        </a:spcAft>
        <a:defRPr sz="3600">
          <a:solidFill>
            <a:schemeClr val="tx1"/>
          </a:solidFill>
          <a:latin typeface="Tw Cen MT" panose="020B0602020104020603" pitchFamily="34" charset="0"/>
        </a:defRPr>
      </a:lvl2pPr>
      <a:lvl3pPr algn="ctr" rtl="0" eaLnBrk="0" fontAlgn="base" hangingPunct="0">
        <a:lnSpc>
          <a:spcPct val="90000"/>
        </a:lnSpc>
        <a:spcBef>
          <a:spcPct val="0"/>
        </a:spcBef>
        <a:spcAft>
          <a:spcPct val="0"/>
        </a:spcAft>
        <a:defRPr sz="3600">
          <a:solidFill>
            <a:schemeClr val="tx1"/>
          </a:solidFill>
          <a:latin typeface="Tw Cen MT" panose="020B0602020104020603" pitchFamily="34" charset="0"/>
        </a:defRPr>
      </a:lvl3pPr>
      <a:lvl4pPr algn="ctr" rtl="0" eaLnBrk="0" fontAlgn="base" hangingPunct="0">
        <a:lnSpc>
          <a:spcPct val="90000"/>
        </a:lnSpc>
        <a:spcBef>
          <a:spcPct val="0"/>
        </a:spcBef>
        <a:spcAft>
          <a:spcPct val="0"/>
        </a:spcAft>
        <a:defRPr sz="3600">
          <a:solidFill>
            <a:schemeClr val="tx1"/>
          </a:solidFill>
          <a:latin typeface="Tw Cen MT" panose="020B0602020104020603" pitchFamily="34" charset="0"/>
        </a:defRPr>
      </a:lvl4pPr>
      <a:lvl5pPr algn="ctr" rtl="0" eaLnBrk="0" fontAlgn="base" hangingPunct="0">
        <a:lnSpc>
          <a:spcPct val="90000"/>
        </a:lnSpc>
        <a:spcBef>
          <a:spcPct val="0"/>
        </a:spcBef>
        <a:spcAft>
          <a:spcPct val="0"/>
        </a:spcAft>
        <a:defRPr sz="3600">
          <a:solidFill>
            <a:schemeClr val="tx1"/>
          </a:solidFill>
          <a:latin typeface="Tw Cen MT" panose="020B0602020104020603" pitchFamily="34" charset="0"/>
        </a:defRPr>
      </a:lvl5pPr>
      <a:lvl6pPr marL="457200" algn="ctr" rtl="0" fontAlgn="base">
        <a:lnSpc>
          <a:spcPct val="90000"/>
        </a:lnSpc>
        <a:spcBef>
          <a:spcPct val="0"/>
        </a:spcBef>
        <a:spcAft>
          <a:spcPct val="0"/>
        </a:spcAft>
        <a:defRPr sz="3600">
          <a:solidFill>
            <a:schemeClr val="tx1"/>
          </a:solidFill>
          <a:latin typeface="Tw Cen MT" panose="020B0602020104020603" pitchFamily="34" charset="0"/>
        </a:defRPr>
      </a:lvl6pPr>
      <a:lvl7pPr marL="914400" algn="ctr" rtl="0" fontAlgn="base">
        <a:lnSpc>
          <a:spcPct val="90000"/>
        </a:lnSpc>
        <a:spcBef>
          <a:spcPct val="0"/>
        </a:spcBef>
        <a:spcAft>
          <a:spcPct val="0"/>
        </a:spcAft>
        <a:defRPr sz="3600">
          <a:solidFill>
            <a:schemeClr val="tx1"/>
          </a:solidFill>
          <a:latin typeface="Tw Cen MT" panose="020B0602020104020603" pitchFamily="34" charset="0"/>
        </a:defRPr>
      </a:lvl7pPr>
      <a:lvl8pPr marL="1371600" algn="ctr" rtl="0" fontAlgn="base">
        <a:lnSpc>
          <a:spcPct val="90000"/>
        </a:lnSpc>
        <a:spcBef>
          <a:spcPct val="0"/>
        </a:spcBef>
        <a:spcAft>
          <a:spcPct val="0"/>
        </a:spcAft>
        <a:defRPr sz="3600">
          <a:solidFill>
            <a:schemeClr val="tx1"/>
          </a:solidFill>
          <a:latin typeface="Tw Cen MT" panose="020B0602020104020603" pitchFamily="34" charset="0"/>
        </a:defRPr>
      </a:lvl8pPr>
      <a:lvl9pPr marL="1828800" algn="ctr" rtl="0" fontAlgn="base">
        <a:lnSpc>
          <a:spcPct val="90000"/>
        </a:lnSpc>
        <a:spcBef>
          <a:spcPct val="0"/>
        </a:spcBef>
        <a:spcAft>
          <a:spcPct val="0"/>
        </a:spcAft>
        <a:defRPr sz="3600">
          <a:solidFill>
            <a:schemeClr val="tx1"/>
          </a:solidFill>
          <a:latin typeface="Tw Cen MT" panose="020B0602020104020603" pitchFamily="34" charset="0"/>
        </a:defRPr>
      </a:lvl9pPr>
    </p:titleStyle>
    <p:bodyStyle>
      <a:lvl1pPr marL="228600" indent="-228600" algn="l" rtl="0" eaLnBrk="0" fontAlgn="base" hangingPunct="0">
        <a:lnSpc>
          <a:spcPct val="120000"/>
        </a:lnSpc>
        <a:spcBef>
          <a:spcPts val="1000"/>
        </a:spcBef>
        <a:spcAft>
          <a:spcPct val="0"/>
        </a:spcAft>
        <a:buClr>
          <a:schemeClr val="tx1"/>
        </a:buClr>
        <a:buFont typeface="Arial" panose="020B0604020202020204" pitchFamily="34" charset="0"/>
        <a:buChar char="•"/>
        <a:defRPr sz="2000" kern="1200" cap="all">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Clr>
          <a:schemeClr val="tx1"/>
        </a:buClr>
        <a:buFont typeface="Arial" panose="020B0604020202020204" pitchFamily="34" charset="0"/>
        <a:buChar char="•"/>
        <a:defRPr kern="1200" cap="all">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Clr>
          <a:schemeClr val="tx1"/>
        </a:buClr>
        <a:buFont typeface="Arial" panose="020B0604020202020204" pitchFamily="34" charset="0"/>
        <a:buChar char="•"/>
        <a:defRPr sz="1600" kern="1200" cap="all">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Clr>
          <a:schemeClr val="tx1"/>
        </a:buClr>
        <a:buFont typeface="Arial" panose="020B0604020202020204" pitchFamily="34" charset="0"/>
        <a:buChar char="•"/>
        <a:defRPr sz="1400" kern="1200" cap="all">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Clr>
          <a:schemeClr val="tx1"/>
        </a:buClr>
        <a:buFont typeface="Arial" panose="020B0604020202020204" pitchFamily="34" charset="0"/>
        <a:buChar char="•"/>
        <a:defRPr sz="1400" kern="1200" cap="all">
          <a:solidFill>
            <a:schemeClr val="tx1"/>
          </a:solidFill>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401C680E-D286-4A8E-B519-E575C2A4C1A0}"/>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a:extLst>
              <a:ext uri="{FF2B5EF4-FFF2-40B4-BE49-F238E27FC236}">
                <a16:creationId xmlns:a16="http://schemas.microsoft.com/office/drawing/2014/main" id="{F5E7F37F-1C7E-42DD-8451-02970B454D2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D498783-3F0E-4D1F-889F-B6B1C474D5B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3F801363-0E28-4BF9-BCBE-998D93C31D55}" type="datetimeFigureOut">
              <a:rPr lang="en-US"/>
              <a:pPr>
                <a:defRPr/>
              </a:pPr>
              <a:t>9/14/2025</a:t>
            </a:fld>
            <a:endParaRPr lang="en-US"/>
          </a:p>
        </p:txBody>
      </p:sp>
      <p:sp>
        <p:nvSpPr>
          <p:cNvPr id="5" name="Footer Placeholder 4">
            <a:extLst>
              <a:ext uri="{FF2B5EF4-FFF2-40B4-BE49-F238E27FC236}">
                <a16:creationId xmlns:a16="http://schemas.microsoft.com/office/drawing/2014/main" id="{9F874654-23AF-4A41-AEFD-C1EE3232B197}"/>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40A8DAEC-835D-4F8B-85BF-5938EAC4B5E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6DF32081-0392-4EED-B557-8077A09EF79D}" type="slidenum">
              <a:rPr lang="en-US" altLang="en-US"/>
              <a:pPr>
                <a:defRPr/>
              </a:pPr>
              <a:t>‹#›</a:t>
            </a:fld>
            <a:endParaRPr lang="en-US" altLang="en-US"/>
          </a:p>
        </p:txBody>
      </p:sp>
    </p:spTree>
    <p:extLst>
      <p:ext uri="{BB962C8B-B14F-4D97-AF65-F5344CB8AC3E}">
        <p14:creationId xmlns:p14="http://schemas.microsoft.com/office/powerpoint/2010/main" val="337313726"/>
      </p:ext>
    </p:extLst>
  </p:cSld>
  <p:clrMap bg1="lt1" tx1="dk1" bg2="lt2" tx2="dk2" accent1="accent1" accent2="accent2" accent3="accent3" accent4="accent4" accent5="accent5" accent6="accent6" hlink="hlink" folHlink="folHlink"/>
  <p:sldLayoutIdLst>
    <p:sldLayoutId id="2147484293" r:id="rId1"/>
    <p:sldLayoutId id="2147484294" r:id="rId2"/>
    <p:sldLayoutId id="2147484295" r:id="rId3"/>
    <p:sldLayoutId id="2147484296" r:id="rId4"/>
    <p:sldLayoutId id="2147484297" r:id="rId5"/>
    <p:sldLayoutId id="2147484298" r:id="rId6"/>
    <p:sldLayoutId id="2147484299" r:id="rId7"/>
    <p:sldLayoutId id="2147484300" r:id="rId8"/>
    <p:sldLayoutId id="2147484301" r:id="rId9"/>
    <p:sldLayoutId id="2147484302" r:id="rId10"/>
    <p:sldLayoutId id="2147484303" r:id="rId11"/>
    <p:sldLayoutId id="2147484304" r:id="rId12"/>
    <p:sldLayoutId id="2147484305" r:id="rId13"/>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88.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3AEC3E-DEA5-7858-33ED-71AD4BEE8A98}"/>
              </a:ext>
            </a:extLst>
          </p:cNvPr>
          <p:cNvSpPr/>
          <p:nvPr/>
        </p:nvSpPr>
        <p:spPr>
          <a:xfrm>
            <a:off x="0" y="692150"/>
            <a:ext cx="9144000" cy="5486400"/>
          </a:xfrm>
          <a:prstGeom prst="rect">
            <a:avLst/>
          </a:prstGeom>
          <a:gradFill>
            <a:gsLst>
              <a:gs pos="0">
                <a:schemeClr val="bg1">
                  <a:lumMod val="85000"/>
                </a:schemeClr>
              </a:gs>
              <a:gs pos="50000">
                <a:schemeClr val="bg1">
                  <a:lumMod val="95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80000"/>
              </a:lnSpc>
              <a:defRPr/>
            </a:pPr>
            <a:endParaRPr lang="en-US" b="1" dirty="0">
              <a:solidFill>
                <a:prstClr val="black"/>
              </a:solidFill>
            </a:endParaRPr>
          </a:p>
        </p:txBody>
      </p:sp>
      <p:sp>
        <p:nvSpPr>
          <p:cNvPr id="21507" name="TextBox 5">
            <a:extLst>
              <a:ext uri="{FF2B5EF4-FFF2-40B4-BE49-F238E27FC236}">
                <a16:creationId xmlns:a16="http://schemas.microsoft.com/office/drawing/2014/main" id="{F99465E5-99C3-2BBB-8C12-E640BC505600}"/>
              </a:ext>
            </a:extLst>
          </p:cNvPr>
          <p:cNvSpPr txBox="1">
            <a:spLocks noChangeArrowheads="1"/>
          </p:cNvSpPr>
          <p:nvPr/>
        </p:nvSpPr>
        <p:spPr bwMode="auto">
          <a:xfrm>
            <a:off x="1758634" y="3403600"/>
            <a:ext cx="552830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eaLnBrk="1" hangingPunct="1">
              <a:lnSpc>
                <a:spcPct val="100000"/>
              </a:lnSpc>
              <a:spcBef>
                <a:spcPct val="0"/>
              </a:spcBef>
              <a:buClrTx/>
              <a:buFontTx/>
              <a:buNone/>
            </a:pPr>
            <a:r>
              <a:rPr lang="en-US" altLang="en-US" sz="3600" dirty="0">
                <a:solidFill>
                  <a:srgbClr val="000000"/>
                </a:solidFill>
                <a:latin typeface="Calibri" panose="020F0502020204030204" pitchFamily="34" charset="0"/>
              </a:rPr>
              <a:t>CCS3232 - LECTURE NOTES 3</a:t>
            </a:r>
          </a:p>
        </p:txBody>
      </p:sp>
      <p:sp>
        <p:nvSpPr>
          <p:cNvPr id="21508" name="TextBox 5">
            <a:extLst>
              <a:ext uri="{FF2B5EF4-FFF2-40B4-BE49-F238E27FC236}">
                <a16:creationId xmlns:a16="http://schemas.microsoft.com/office/drawing/2014/main" id="{97F4AD33-4B04-7D9C-910A-E671F9DA6EF4}"/>
              </a:ext>
            </a:extLst>
          </p:cNvPr>
          <p:cNvSpPr txBox="1">
            <a:spLocks noChangeArrowheads="1"/>
          </p:cNvSpPr>
          <p:nvPr/>
        </p:nvSpPr>
        <p:spPr bwMode="auto">
          <a:xfrm>
            <a:off x="-50530" y="4732338"/>
            <a:ext cx="888153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eaLnBrk="1" hangingPunct="1">
              <a:lnSpc>
                <a:spcPct val="100000"/>
              </a:lnSpc>
              <a:spcBef>
                <a:spcPct val="0"/>
              </a:spcBef>
              <a:buClrTx/>
              <a:buFontTx/>
              <a:buNone/>
            </a:pPr>
            <a:r>
              <a:rPr lang="en-US" altLang="en-US" sz="4000" dirty="0">
                <a:solidFill>
                  <a:srgbClr val="000000"/>
                </a:solidFill>
                <a:latin typeface="Calibri" panose="020F0502020204030204" pitchFamily="34" charset="0"/>
              </a:rPr>
              <a:t>SOFTWARE DESIGN AND ARCHITECTURE</a:t>
            </a:r>
          </a:p>
        </p:txBody>
      </p:sp>
      <p:pic>
        <p:nvPicPr>
          <p:cNvPr id="2" name="Picture 1">
            <a:extLst>
              <a:ext uri="{FF2B5EF4-FFF2-40B4-BE49-F238E27FC236}">
                <a16:creationId xmlns:a16="http://schemas.microsoft.com/office/drawing/2014/main" id="{89ABAE2C-E678-8981-F8BF-AE93EE13FE20}"/>
              </a:ext>
            </a:extLst>
          </p:cNvPr>
          <p:cNvPicPr>
            <a:picLocks noChangeAspect="1"/>
          </p:cNvPicPr>
          <p:nvPr/>
        </p:nvPicPr>
        <p:blipFill>
          <a:blip r:embed="rId3"/>
          <a:stretch>
            <a:fillRect/>
          </a:stretch>
        </p:blipFill>
        <p:spPr>
          <a:xfrm>
            <a:off x="3964954" y="810280"/>
            <a:ext cx="1115665" cy="12375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A4A56F-DF26-4111-037F-577B87091C09}"/>
              </a:ext>
            </a:extLst>
          </p:cNvPr>
          <p:cNvSpPr/>
          <p:nvPr/>
        </p:nvSpPr>
        <p:spPr>
          <a:xfrm>
            <a:off x="0" y="838200"/>
            <a:ext cx="9144000" cy="54864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23555" name="TextBox 14">
            <a:extLst>
              <a:ext uri="{FF2B5EF4-FFF2-40B4-BE49-F238E27FC236}">
                <a16:creationId xmlns:a16="http://schemas.microsoft.com/office/drawing/2014/main" id="{C01D27AF-7C61-D0F9-0495-B0CDB9C299F7}"/>
              </a:ext>
            </a:extLst>
          </p:cNvPr>
          <p:cNvSpPr txBox="1">
            <a:spLocks noChangeArrowheads="1"/>
          </p:cNvSpPr>
          <p:nvPr/>
        </p:nvSpPr>
        <p:spPr bwMode="auto">
          <a:xfrm>
            <a:off x="152400" y="1125538"/>
            <a:ext cx="8839200"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GB" altLang="en-US" sz="4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altLang="en-US" sz="3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Software Architecture / Design </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GB" altLang="en-US" sz="3400" dirty="0">
              <a:solidFill>
                <a:prstClr val="black"/>
              </a:solidFill>
              <a:latin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altLang="en-US" sz="3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Models</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GB"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GB" altLang="en-US"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312E7BB-427F-5C06-DAE3-074AC699736C}"/>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25603" name="TextBox 14">
            <a:extLst>
              <a:ext uri="{FF2B5EF4-FFF2-40B4-BE49-F238E27FC236}">
                <a16:creationId xmlns:a16="http://schemas.microsoft.com/office/drawing/2014/main" id="{F03DB011-42D7-83E1-F64B-A0B761DD16C7}"/>
              </a:ext>
            </a:extLst>
          </p:cNvPr>
          <p:cNvSpPr txBox="1">
            <a:spLocks noChangeArrowheads="1"/>
          </p:cNvSpPr>
          <p:nvPr/>
        </p:nvSpPr>
        <p:spPr bwMode="auto">
          <a:xfrm>
            <a:off x="152400" y="116632"/>
            <a:ext cx="8839200"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Software architecture involves the high-level structure of software system abstraction with architectural styles and quality attributes. </a:t>
            </a:r>
          </a:p>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software architecture design must conform to the major functionality and performance requirements of the system, as well as satisfy the non-functional requirements such as reliability, scalability, portability, and availability.</a:t>
            </a:r>
          </a:p>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software architecture must describe its group of components, their connections, interactions among them and deployment configuration of all components.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312E7BB-427F-5C06-DAE3-074AC699736C}"/>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25603" name="TextBox 14">
            <a:extLst>
              <a:ext uri="{FF2B5EF4-FFF2-40B4-BE49-F238E27FC236}">
                <a16:creationId xmlns:a16="http://schemas.microsoft.com/office/drawing/2014/main" id="{F03DB011-42D7-83E1-F64B-A0B761DD16C7}"/>
              </a:ext>
            </a:extLst>
          </p:cNvPr>
          <p:cNvSpPr txBox="1">
            <a:spLocks noChangeArrowheads="1"/>
          </p:cNvSpPr>
          <p:nvPr/>
        </p:nvSpPr>
        <p:spPr bwMode="auto">
          <a:xfrm>
            <a:off x="152400" y="116632"/>
            <a:ext cx="8839200"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software architecture can be defined in many ways −</a:t>
            </a:r>
          </a:p>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Unified Modeling Language (UML) </a:t>
            </a:r>
            <a:r>
              <a:rPr kumimoji="0" lang="en-US" sz="28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is a standardized modeling language used to visualize, specify, construct, and document the artifacts (tangible outputs or by-products) of a software system.</a:t>
            </a:r>
          </a:p>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endParaRPr kumimoji="0" lang="en-US" sz="28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Architecture View Model (4+1 view model) </a:t>
            </a: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Architecture view model represents the functional and non-functional requirements of software application.</a:t>
            </a:r>
          </a:p>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endParaRPr lang="en-US" sz="28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We shall discuss each of these two options.</a:t>
            </a:r>
          </a:p>
        </p:txBody>
      </p:sp>
    </p:spTree>
    <p:extLst>
      <p:ext uri="{BB962C8B-B14F-4D97-AF65-F5344CB8AC3E}">
        <p14:creationId xmlns:p14="http://schemas.microsoft.com/office/powerpoint/2010/main" val="3251106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312E7BB-427F-5C06-DAE3-074AC699736C}"/>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25603" name="TextBox 14">
            <a:extLst>
              <a:ext uri="{FF2B5EF4-FFF2-40B4-BE49-F238E27FC236}">
                <a16:creationId xmlns:a16="http://schemas.microsoft.com/office/drawing/2014/main" id="{F03DB011-42D7-83E1-F64B-A0B761DD16C7}"/>
              </a:ext>
            </a:extLst>
          </p:cNvPr>
          <p:cNvSpPr txBox="1">
            <a:spLocks noChangeArrowheads="1"/>
          </p:cNvSpPr>
          <p:nvPr/>
        </p:nvSpPr>
        <p:spPr bwMode="auto">
          <a:xfrm>
            <a:off x="152400" y="188640"/>
            <a:ext cx="8839200" cy="421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ctr"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endPar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endPar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r>
              <a:rPr kumimoji="0" lang="en-US" sz="3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1</a:t>
            </a:r>
          </a:p>
          <a:p>
            <a:pPr marL="0" marR="0" lvl="0" indent="0" algn="ctr"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endParaRPr kumimoji="0" lang="en-US" sz="3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r>
              <a:rPr kumimoji="0" lang="en-US" sz="3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Unified Modeling Language</a:t>
            </a:r>
          </a:p>
          <a:p>
            <a:pPr marL="0" marR="0" lvl="0" indent="0" algn="ctr"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endParaRPr lang="en-US" sz="3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r>
              <a:rPr kumimoji="0" lang="en-US" sz="3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a:t>
            </a:r>
          </a:p>
          <a:p>
            <a:pPr marL="0" marR="0" lvl="0" indent="0" algn="ctr" defTabSz="914400" rtl="0" eaLnBrk="0" fontAlgn="base" latinLnBrk="0" hangingPunct="0">
              <a:lnSpc>
                <a:spcPct val="100000"/>
              </a:lnSpc>
              <a:spcBef>
                <a:spcPts val="0"/>
              </a:spcBef>
              <a:spcAft>
                <a:spcPts val="0"/>
              </a:spcAft>
              <a:buClr>
                <a:prstClr val="black"/>
              </a:buClr>
              <a:buSzTx/>
              <a:buFont typeface="Arial" panose="020B0604020202020204" pitchFamily="34" charset="0"/>
              <a:buNone/>
              <a:tabLst/>
              <a:defRPr/>
            </a:pPr>
            <a:endParaRPr lang="en-US" sz="3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19200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6093976"/>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What is UML?</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Unified Modeling Language (UML) is a general-purpose, standardized modeling language used primarily in software engineering. </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provides a way to visualize system architecture, design, and implementation using a set of diagrammatic notations.</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It provides a graphical notation to describe system structure and behavior.</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is not a programming language, but a tool to aid design and communication among developers.</a:t>
            </a:r>
          </a:p>
        </p:txBody>
      </p:sp>
    </p:spTree>
    <p:extLst>
      <p:ext uri="{BB962C8B-B14F-4D97-AF65-F5344CB8AC3E}">
        <p14:creationId xmlns:p14="http://schemas.microsoft.com/office/powerpoint/2010/main" val="2423699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35EB0-882B-8239-3976-3B634CF79B9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9FF8B07-0D97-1F03-781F-FE9EF9B85319}"/>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BD9726FA-D257-EEF8-8D09-23B8BA2266CC}"/>
              </a:ext>
            </a:extLst>
          </p:cNvPr>
          <p:cNvSpPr txBox="1">
            <a:spLocks noChangeArrowheads="1"/>
          </p:cNvSpPr>
          <p:nvPr/>
        </p:nvSpPr>
        <p:spPr bwMode="auto">
          <a:xfrm>
            <a:off x="152400" y="152445"/>
            <a:ext cx="8839200" cy="4093428"/>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Offers a common language for developers, analysts, and stakeholders.</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Supports Object-Oriented Design (OOD) and Object-Oriented Analysis (OOA).</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models can span both software and non-software systems, making it versatile in fields like business process modeling and systems engineering.</a:t>
            </a:r>
          </a:p>
        </p:txBody>
      </p:sp>
    </p:spTree>
    <p:extLst>
      <p:ext uri="{BB962C8B-B14F-4D97-AF65-F5344CB8AC3E}">
        <p14:creationId xmlns:p14="http://schemas.microsoft.com/office/powerpoint/2010/main" val="869666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91B19-3795-1EBE-A231-7365A0676A5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F4AF7A7-9B08-FA33-A396-DBAB5DACA589}"/>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A8B847F4-B3C6-FD07-F9A0-0D917F7A6CB1}"/>
              </a:ext>
            </a:extLst>
          </p:cNvPr>
          <p:cNvSpPr txBox="1">
            <a:spLocks noChangeArrowheads="1"/>
          </p:cNvSpPr>
          <p:nvPr/>
        </p:nvSpPr>
        <p:spPr bwMode="auto">
          <a:xfrm>
            <a:off x="152400" y="152445"/>
            <a:ext cx="8839200" cy="5693866"/>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Why Use UML?</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To </a:t>
            </a: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visualize</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and manage complex software systems through structured modeling.</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To </a:t>
            </a: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standardize</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communication between team members.</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To </a:t>
            </a: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document</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system components for future maintenance.</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To </a:t>
            </a: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support software development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methodologies such as Agile and Waterfall.</a:t>
            </a:r>
          </a:p>
        </p:txBody>
      </p:sp>
    </p:spTree>
    <p:extLst>
      <p:ext uri="{BB962C8B-B14F-4D97-AF65-F5344CB8AC3E}">
        <p14:creationId xmlns:p14="http://schemas.microsoft.com/office/powerpoint/2010/main" val="2185138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7D4FA-7E31-8B15-A7AF-8C631603DF3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A010971-E8C5-DC65-9B3C-FE447F6DA5DD}"/>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BAE91AEF-BF74-B277-9CFA-B3A25BE133E3}"/>
              </a:ext>
            </a:extLst>
          </p:cNvPr>
          <p:cNvSpPr txBox="1">
            <a:spLocks noChangeArrowheads="1"/>
          </p:cNvSpPr>
          <p:nvPr/>
        </p:nvSpPr>
        <p:spPr bwMode="auto">
          <a:xfrm>
            <a:off x="152400" y="152445"/>
            <a:ext cx="8839200" cy="6247864"/>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5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Benefits of UML</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5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5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Improved Communication </a:t>
            </a:r>
            <a:r>
              <a:rPr kumimoji="0" lang="en-US" sz="25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Diagrams create a shared understanding.</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5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5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Better Design Quality </a:t>
            </a:r>
            <a:r>
              <a:rPr kumimoji="0" lang="en-US" sz="25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Helps identify design flaws early.</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5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5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Documentation </a:t>
            </a:r>
            <a:r>
              <a:rPr kumimoji="0" lang="en-US" sz="25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UML diagrams serve as permanent project documentation. They provide a standard way to document system architecture and design.</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5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5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Platform Independent </a:t>
            </a:r>
            <a:r>
              <a:rPr kumimoji="0" lang="en-US" sz="25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Not tied to any programming language or development platform.</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5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5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Supports Agile and Traditional Models </a:t>
            </a:r>
            <a:r>
              <a:rPr kumimoji="0" lang="en-US" sz="25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UML is used in both incremental and waterfall methodologies.</a:t>
            </a:r>
          </a:p>
        </p:txBody>
      </p:sp>
    </p:spTree>
    <p:extLst>
      <p:ext uri="{BB962C8B-B14F-4D97-AF65-F5344CB8AC3E}">
        <p14:creationId xmlns:p14="http://schemas.microsoft.com/office/powerpoint/2010/main" val="1350768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93C8C-4433-D20D-EF00-E4330AF1CB2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27ECCE4-82BA-DD86-D95B-4DB0DFF94916}"/>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916D2B8E-2FDD-2E4A-B34D-7BFEF93E26BF}"/>
              </a:ext>
            </a:extLst>
          </p:cNvPr>
          <p:cNvSpPr txBox="1">
            <a:spLocks noChangeArrowheads="1"/>
          </p:cNvSpPr>
          <p:nvPr/>
        </p:nvSpPr>
        <p:spPr bwMode="auto">
          <a:xfrm>
            <a:off x="152400" y="152445"/>
            <a:ext cx="8839200" cy="5693866"/>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R="0" lvl="0" algn="just" defTabSz="914400" rtl="0" eaLnBrk="0" fontAlgn="base" latinLnBrk="0" hangingPunct="0">
              <a:lnSpc>
                <a:spcPct val="100000"/>
              </a:lnSpc>
              <a:spcBef>
                <a:spcPts val="0"/>
              </a:spcBef>
              <a:spcAft>
                <a:spcPts val="0"/>
              </a:spcAft>
              <a:buClrTx/>
              <a:buSzTx/>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Helps in better design and code quality.</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Facilitates planning, team collaboration and managing software development.</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Encourages modular, object-oriented, and maintainable designs.</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Provides a visual guide for development and testing. Also helps in visualizing complex systems.</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Enhances project communication, especially in team-based development and among stakeholders.</a:t>
            </a:r>
          </a:p>
        </p:txBody>
      </p:sp>
    </p:spTree>
    <p:extLst>
      <p:ext uri="{BB962C8B-B14F-4D97-AF65-F5344CB8AC3E}">
        <p14:creationId xmlns:p14="http://schemas.microsoft.com/office/powerpoint/2010/main" val="3544196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B017C-49BA-FF6D-D6BE-9AD407DE459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254266C-8BC5-EF61-7B80-7CF8F662EEA2}"/>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7586BF21-5DA2-87CB-88A3-84CF53617B2C}"/>
              </a:ext>
            </a:extLst>
          </p:cNvPr>
          <p:cNvSpPr txBox="1">
            <a:spLocks noChangeArrowheads="1"/>
          </p:cNvSpPr>
          <p:nvPr/>
        </p:nvSpPr>
        <p:spPr bwMode="auto">
          <a:xfrm>
            <a:off x="152400" y="152445"/>
            <a:ext cx="8839200" cy="6093976"/>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is a powerful tool for modeling software systems.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Using UML effectively can lead to better understanding, communication, and documentation of software projects.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Example: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Before building an e-commerce system, a UML model can clarify:</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h</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ow customers interact with the platform, </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h</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ow orders are processed, and </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how inventory is updated.</a:t>
            </a:r>
          </a:p>
        </p:txBody>
      </p:sp>
    </p:spTree>
    <p:extLst>
      <p:ext uri="{BB962C8B-B14F-4D97-AF65-F5344CB8AC3E}">
        <p14:creationId xmlns:p14="http://schemas.microsoft.com/office/powerpoint/2010/main" val="1305925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649408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History and Development</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Developed by Grady Booch, Ivar Jacobson, and James Rumbaugh (the “Three Amigos”) at Rational Software in the 1990s.</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The "Three Amigos" combined their respective methodologies (Booch Method, OMT, and OOSE) to create UML.</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Standardized and adopted by OMG (Object Management Group) in 1997.</a:t>
            </a:r>
          </a:p>
          <a:p>
            <a:pPr marR="0" lvl="0" algn="just" defTabSz="914400" rtl="0" eaLnBrk="0" fontAlgn="base" latinLnBrk="0" hangingPunct="0">
              <a:lnSpc>
                <a:spcPct val="100000"/>
              </a:lnSpc>
              <a:spcBef>
                <a:spcPts val="0"/>
              </a:spcBef>
              <a:spcAft>
                <a:spcPts val="0"/>
              </a:spcAft>
              <a:buClrTx/>
              <a:buSzTx/>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It is now managed by the Object Management Group (OMG).</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70144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5293757"/>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457200" indent="-457200" algn="just">
              <a:spcBef>
                <a:spcPts val="0"/>
              </a:spcBef>
              <a:spcAft>
                <a:spcPts val="0"/>
              </a:spcAft>
              <a:buFont typeface="Wingdings" panose="05000000000000000000" pitchFamily="2" charset="2"/>
              <a:buChar char="Ø"/>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The Object Management Group (OMG) is an international technology standards consortium that is responsible for setting standards in the field of computer software development.</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Formation: </a:t>
            </a:r>
          </a:p>
          <a:p>
            <a:pPr marL="539750" marR="0" lvl="0" algn="just" defTabSz="914400" rtl="0" eaLnBrk="0" fontAlgn="base" latinLnBrk="0" hangingPunct="0">
              <a:lnSpc>
                <a:spcPct val="100000"/>
              </a:lnSpc>
              <a:spcBef>
                <a:spcPts val="0"/>
              </a:spcBef>
              <a:spcAft>
                <a:spcPts val="0"/>
              </a:spcAft>
              <a:buClrTx/>
              <a:buSzTx/>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OMG was founded in 1989 by a consortium of companies with the goal of creating a standard architecture for distributed object computing.</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Headquarters: </a:t>
            </a:r>
          </a:p>
          <a:p>
            <a:pPr marL="539750" marR="0" lvl="0" algn="just" defTabSz="914400" rtl="0" eaLnBrk="0" fontAlgn="base" latinLnBrk="0" hangingPunct="0">
              <a:lnSpc>
                <a:spcPct val="100000"/>
              </a:lnSpc>
              <a:spcBef>
                <a:spcPts val="0"/>
              </a:spcBef>
              <a:spcAft>
                <a:spcPts val="0"/>
              </a:spcAft>
              <a:buClrTx/>
              <a:buSzTx/>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OMG is headquartered in Needham, Massachusetts, USA.</a:t>
            </a:r>
          </a:p>
        </p:txBody>
      </p:sp>
    </p:spTree>
    <p:extLst>
      <p:ext uri="{BB962C8B-B14F-4D97-AF65-F5344CB8AC3E}">
        <p14:creationId xmlns:p14="http://schemas.microsoft.com/office/powerpoint/2010/main" val="1191466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46F88-FE3B-80B6-D349-C688675E9EC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DF91439-9975-DE5E-66BA-ECEAC97B843F}"/>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745F28A2-3347-25AB-2D26-190A89EACBCB}"/>
              </a:ext>
            </a:extLst>
          </p:cNvPr>
          <p:cNvSpPr txBox="1">
            <a:spLocks noChangeArrowheads="1"/>
          </p:cNvSpPr>
          <p:nvPr/>
        </p:nvSpPr>
        <p:spPr bwMode="auto">
          <a:xfrm>
            <a:off x="152400" y="152445"/>
            <a:ext cx="8839200" cy="2492990"/>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Membership: </a:t>
            </a:r>
          </a:p>
          <a:p>
            <a:pPr marL="539750" marR="0" lvl="0" algn="just" defTabSz="720725" rtl="0" eaLnBrk="0" fontAlgn="base" latinLnBrk="0" hangingPunct="0">
              <a:lnSpc>
                <a:spcPct val="100000"/>
              </a:lnSpc>
              <a:spcBef>
                <a:spcPts val="0"/>
              </a:spcBef>
              <a:spcAft>
                <a:spcPts val="0"/>
              </a:spcAft>
              <a:buClrTx/>
              <a:buSzTx/>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OMG is composed of various member organizations, including software vendors, end-users, and academic institutions. These members collaborate to create and promote technology standards.</a:t>
            </a:r>
          </a:p>
        </p:txBody>
      </p:sp>
    </p:spTree>
    <p:extLst>
      <p:ext uri="{BB962C8B-B14F-4D97-AF65-F5344CB8AC3E}">
        <p14:creationId xmlns:p14="http://schemas.microsoft.com/office/powerpoint/2010/main" val="1868005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5693866"/>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Primary Goals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1.  Standards Development: </a:t>
            </a:r>
          </a:p>
          <a:p>
            <a:pPr marL="900113" marR="0" lvl="0" indent="-360363"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OMG's primary goal is to develop and promote industry standards that ensure interoperability and portability of software applications.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2.  Object-Oriented Programming: </a:t>
            </a:r>
          </a:p>
          <a:p>
            <a:pPr marL="900113" marR="0" lvl="0" indent="-360363"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It was initially</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focused on standardizing object-oriented programming (OOP) techniques and distributed objects.</a:t>
            </a:r>
          </a:p>
          <a:p>
            <a:pPr marL="900113" marR="0" lvl="0" indent="-360363" algn="just" defTabSz="914400" rtl="0" eaLnBrk="0" fontAlgn="base" latinLnBrk="0" hangingPunct="0">
              <a:lnSpc>
                <a:spcPct val="100000"/>
              </a:lnSpc>
              <a:spcBef>
                <a:spcPts val="0"/>
              </a:spcBef>
              <a:spcAft>
                <a:spcPts val="0"/>
              </a:spcAft>
              <a:buClrTx/>
              <a:buSzTx/>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360363"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OMG has expanded its scope to include a wide range of technologies.</a:t>
            </a:r>
          </a:p>
        </p:txBody>
      </p:sp>
    </p:spTree>
    <p:extLst>
      <p:ext uri="{BB962C8B-B14F-4D97-AF65-F5344CB8AC3E}">
        <p14:creationId xmlns:p14="http://schemas.microsoft.com/office/powerpoint/2010/main" val="1772876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18B12-515C-91EF-35D7-32C8AD13D2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375F812-0330-74FB-47A1-1D802F9F635F}"/>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ABCA58C6-1694-61B3-26D8-BD3A89207CD5}"/>
              </a:ext>
            </a:extLst>
          </p:cNvPr>
          <p:cNvSpPr txBox="1">
            <a:spLocks noChangeArrowheads="1"/>
          </p:cNvSpPr>
          <p:nvPr/>
        </p:nvSpPr>
        <p:spPr bwMode="auto">
          <a:xfrm>
            <a:off x="152400" y="152445"/>
            <a:ext cx="8839200" cy="3293209"/>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900113" marR="0" lvl="0" indent="-360363"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539750" marR="0" lvl="0" indent="-539750" algn="just" defTabSz="914400" rtl="0" eaLnBrk="0" fontAlgn="base" latinLnBrk="0" hangingPunct="0">
              <a:lnSpc>
                <a:spcPct val="100000"/>
              </a:lnSpc>
              <a:spcBef>
                <a:spcPts val="0"/>
              </a:spcBef>
              <a:spcAft>
                <a:spcPts val="0"/>
              </a:spcAft>
              <a:buClrTx/>
              <a:buSzTx/>
              <a:buAutoNum type="arabicPeriod" startAt="3"/>
              <a:tabLst>
                <a:tab pos="539750" algn="l"/>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Current version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2.x Series) </a:t>
            </a:r>
          </a:p>
          <a:p>
            <a:pPr marL="892175" marR="0" lvl="0" indent="-352425"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tab pos="892175" algn="l"/>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	Have expanded</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and improved the language’s capabilities.</a:t>
            </a:r>
          </a:p>
          <a:p>
            <a:pPr marL="539750" marR="0" lvl="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tab pos="539750" algn="l"/>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898525" marR="0" lvl="0" indent="-358775"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tab pos="898525" algn="l"/>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Introduced enhanced support for component-based design, system behavior modeling, and interaction overview diagrams</a:t>
            </a:r>
          </a:p>
        </p:txBody>
      </p:sp>
    </p:spTree>
    <p:extLst>
      <p:ext uri="{BB962C8B-B14F-4D97-AF65-F5344CB8AC3E}">
        <p14:creationId xmlns:p14="http://schemas.microsoft.com/office/powerpoint/2010/main" val="1667943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637097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0" algn="just">
              <a:spcBef>
                <a:spcPts val="0"/>
              </a:spcBef>
              <a:spcAft>
                <a:spcPts val="0"/>
              </a:spcAft>
              <a:buNone/>
              <a:defRPr/>
            </a:pPr>
            <a:r>
              <a:rPr lang="en-US" sz="2400" b="1" dirty="0">
                <a:solidFill>
                  <a:prstClr val="black"/>
                </a:solidFill>
                <a:latin typeface="Arial" panose="020B0604020202020204" pitchFamily="34" charset="0"/>
                <a:ea typeface="Calibri" panose="020F0502020204030204" pitchFamily="34" charset="0"/>
                <a:cs typeface="Times New Roman" panose="02020603050405020304" pitchFamily="18" charset="0"/>
              </a:rPr>
              <a:t>Types of UML Diagrams</a:t>
            </a:r>
          </a:p>
          <a:p>
            <a:pPr lvl="0" algn="just">
              <a:spcBef>
                <a:spcPts val="0"/>
              </a:spcBef>
              <a:spcAft>
                <a:spcPts val="0"/>
              </a:spcAft>
              <a:buNone/>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UML includes 14 diagrams categorized into two main groups: </a:t>
            </a:r>
            <a:r>
              <a:rPr lang="en-US" sz="2400" b="1" dirty="0">
                <a:solidFill>
                  <a:prstClr val="black"/>
                </a:solidFill>
                <a:latin typeface="Arial" panose="020B0604020202020204" pitchFamily="34" charset="0"/>
                <a:ea typeface="Calibri" panose="020F0502020204030204" pitchFamily="34" charset="0"/>
                <a:cs typeface="Times New Roman" panose="02020603050405020304" pitchFamily="18" charset="0"/>
              </a:rPr>
              <a:t>structural diagrams </a:t>
            </a: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and </a:t>
            </a:r>
            <a:r>
              <a:rPr lang="en-US" sz="2400" b="1" dirty="0">
                <a:solidFill>
                  <a:prstClr val="black"/>
                </a:solidFill>
                <a:latin typeface="Arial" panose="020B0604020202020204" pitchFamily="34" charset="0"/>
                <a:ea typeface="Calibri" panose="020F0502020204030204" pitchFamily="34" charset="0"/>
                <a:cs typeface="Times New Roman" panose="02020603050405020304" pitchFamily="18" charset="0"/>
              </a:rPr>
              <a:t>behavioral diagrams</a:t>
            </a: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a:t>
            </a:r>
          </a:p>
          <a:p>
            <a:pPr marR="0" lvl="0" algn="just" defTabSz="914400" rtl="0" eaLnBrk="0" fontAlgn="base" latinLnBrk="0" hangingPunct="0">
              <a:lnSpc>
                <a:spcPct val="100000"/>
              </a:lnSpc>
              <a:spcBef>
                <a:spcPts val="0"/>
              </a:spcBef>
              <a:spcAft>
                <a:spcPts val="0"/>
              </a:spcAft>
              <a:buClrTx/>
              <a:buSzTx/>
              <a:buNone/>
              <a:tabLst/>
              <a:defRPr/>
            </a:pPr>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Structural diagrams </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show the </a:t>
            </a: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components of</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the modeled system. They </a:t>
            </a: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represent the static aspects of a system. </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These static aspects represent those parts of a diagram which form the main structure and is therefore stable.</a:t>
            </a:r>
          </a:p>
          <a:p>
            <a:pPr marR="0" lvl="0" algn="just" defTabSz="914400" rtl="0" eaLnBrk="0" fontAlgn="base" latinLnBrk="0" hangingPunct="0">
              <a:lnSpc>
                <a:spcPct val="100000"/>
              </a:lnSpc>
              <a:spcBef>
                <a:spcPts val="0"/>
              </a:spcBef>
              <a:spcAft>
                <a:spcPts val="0"/>
              </a:spcAft>
              <a:buClrTx/>
              <a:buSzTx/>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Behavioral diagrams </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show what should happen in a system. They basically capture the dynamic (changing / moving) aspects of a system.</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Behavioral diagrams</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describe how the objects interact with each other to create a functioning system.</a:t>
            </a:r>
          </a:p>
        </p:txBody>
      </p:sp>
    </p:spTree>
    <p:extLst>
      <p:ext uri="{BB962C8B-B14F-4D97-AF65-F5344CB8AC3E}">
        <p14:creationId xmlns:p14="http://schemas.microsoft.com/office/powerpoint/2010/main" val="834068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1FFE552C-8EC1-1F2A-2AAE-BA99BDBBB585}"/>
              </a:ext>
            </a:extLst>
          </p:cNvPr>
          <p:cNvPicPr>
            <a:picLocks noChangeAspect="1"/>
          </p:cNvPicPr>
          <p:nvPr/>
        </p:nvPicPr>
        <p:blipFill>
          <a:blip r:embed="rId3"/>
          <a:stretch>
            <a:fillRect/>
          </a:stretch>
        </p:blipFill>
        <p:spPr>
          <a:xfrm>
            <a:off x="0" y="260648"/>
            <a:ext cx="9144000" cy="5829545"/>
          </a:xfrm>
          <a:prstGeom prst="rect">
            <a:avLst/>
          </a:prstGeom>
        </p:spPr>
      </p:pic>
    </p:spTree>
    <p:extLst>
      <p:ext uri="{BB962C8B-B14F-4D97-AF65-F5344CB8AC3E}">
        <p14:creationId xmlns:p14="http://schemas.microsoft.com/office/powerpoint/2010/main" val="1964211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4893647"/>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Structural Diagrams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Purpose: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Represent the static aspects of the system, focusing on the organization and structure of the system components.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Focus: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Elements such as classes, objects, and their relationships.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Usage: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Used to model the static structure of the system, defining the entities and their connections.</a:t>
            </a:r>
          </a:p>
        </p:txBody>
      </p:sp>
    </p:spTree>
    <p:extLst>
      <p:ext uri="{BB962C8B-B14F-4D97-AF65-F5344CB8AC3E}">
        <p14:creationId xmlns:p14="http://schemas.microsoft.com/office/powerpoint/2010/main" val="3734281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5693866"/>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Behavioral Diagrams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Purpose: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Represent the dynamic aspects of the system, focusing on the behavior and interactions among the system components.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Focus: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Processes, interactions, and state changes.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Usage: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Used to model the functionality and behavior of the system over time.</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86500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649408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Summary of Differences:</a:t>
            </a:r>
            <a:r>
              <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Static vs. Dynamic: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Structural diagrams focus on the static structure of the system, while behavioral diagrams focus on the dynamic behavior.</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Elements vs. Interactions: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Structural diagrams describe the elements and their relationships, whereas behavioral diagrams describe how these elements interact and change over time.</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Organization vs. Functionality: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Structural diagrams help in understanding the organization and arrangement of the system, while behavioral diagrams help in understanding the functionality and workflows.</a:t>
            </a:r>
          </a:p>
        </p:txBody>
      </p:sp>
    </p:spTree>
    <p:extLst>
      <p:ext uri="{BB962C8B-B14F-4D97-AF65-F5344CB8AC3E}">
        <p14:creationId xmlns:p14="http://schemas.microsoft.com/office/powerpoint/2010/main" val="1940420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893100"/>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This distinction between structural and behavioral diagrams helps in using UML effectively for different purposes in the software development lifecycle.</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It also makes sure that both the structure and behavior of the system are well-documented and understood.</a:t>
            </a:r>
          </a:p>
        </p:txBody>
      </p:sp>
    </p:spTree>
    <p:extLst>
      <p:ext uri="{BB962C8B-B14F-4D97-AF65-F5344CB8AC3E}">
        <p14:creationId xmlns:p14="http://schemas.microsoft.com/office/powerpoint/2010/main" val="1253251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C7A14-32DD-2C23-6C72-31892107CF3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EA63A6B-49D5-C52C-688E-02E0AB0F19B2}"/>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A43378B5-896A-0B8C-FF3F-09E91F1D9C85}"/>
              </a:ext>
            </a:extLst>
          </p:cNvPr>
          <p:cNvSpPr txBox="1">
            <a:spLocks noChangeArrowheads="1"/>
          </p:cNvSpPr>
          <p:nvPr/>
        </p:nvSpPr>
        <p:spPr bwMode="auto">
          <a:xfrm>
            <a:off x="152400" y="152445"/>
            <a:ext cx="8839200" cy="5293757"/>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kumimoji="0" lang="en-US" sz="3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lang="en-US" sz="3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r>
              <a:rPr kumimoji="0" lang="en-US" sz="3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a:t>
            </a: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lang="en-US" sz="3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lang="en-US" sz="3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r>
              <a:rPr kumimoji="0" lang="en-US" sz="3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Structural Diagrams</a:t>
            </a: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lang="en-US" sz="3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kumimoji="0" lang="en-US" sz="3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They describe the static aspects of the system.</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31533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0DAC1-8298-2611-6B0A-3B9677D270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575465A-BD9B-AF85-3A0A-04485E3BBBAB}"/>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94B9A375-628E-9293-DF2A-15CFC0A43CBA}"/>
              </a:ext>
            </a:extLst>
          </p:cNvPr>
          <p:cNvSpPr txBox="1">
            <a:spLocks noChangeArrowheads="1"/>
          </p:cNvSpPr>
          <p:nvPr/>
        </p:nvSpPr>
        <p:spPr bwMode="auto">
          <a:xfrm>
            <a:off x="152400" y="152445"/>
            <a:ext cx="8839200" cy="6001643"/>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R="0" lvl="0" algn="just" defTabSz="914400" rtl="0" eaLnBrk="0" fontAlgn="base" latinLnBrk="0" hangingPunct="0">
              <a:lnSpc>
                <a:spcPct val="100000"/>
              </a:lnSpc>
              <a:spcBef>
                <a:spcPts val="0"/>
              </a:spcBef>
              <a:spcAft>
                <a:spcPts val="0"/>
              </a:spcAft>
              <a:buClrTx/>
              <a:buSzTx/>
              <a:buNone/>
              <a:tabLst/>
              <a:defRPr/>
            </a:pPr>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514350" marR="0" lvl="0" indent="-514350" algn="just" defTabSz="914400" rtl="0" eaLnBrk="0" fontAlgn="base" latinLnBrk="0" hangingPunct="0">
              <a:lnSpc>
                <a:spcPct val="100000"/>
              </a:lnSpc>
              <a:spcBef>
                <a:spcPts val="0"/>
              </a:spcBef>
              <a:spcAft>
                <a:spcPts val="0"/>
              </a:spcAft>
              <a:buClrTx/>
              <a:buSzTx/>
              <a:buAutoNum type="arabicPeriod"/>
              <a:tabLst>
                <a:tab pos="536575" algn="l"/>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Class Diagram</a:t>
            </a:r>
          </a:p>
          <a:p>
            <a:pPr marL="514350" marR="0" lvl="0" indent="-514350" algn="just" defTabSz="914400" rtl="0" eaLnBrk="0" fontAlgn="base" latinLnBrk="0" hangingPunct="0">
              <a:lnSpc>
                <a:spcPct val="100000"/>
              </a:lnSpc>
              <a:spcBef>
                <a:spcPts val="0"/>
              </a:spcBef>
              <a:spcAft>
                <a:spcPts val="0"/>
              </a:spcAft>
              <a:buClrTx/>
              <a:buSzTx/>
              <a:buAutoNum type="arabicPeriod"/>
              <a:tabLst>
                <a:tab pos="536575" algn="l"/>
              </a:tabLst>
              <a:defRPr/>
            </a:pPr>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tab pos="536575" algn="l"/>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Class diagrams are the main building block of any object-oriented solution. </a:t>
            </a:r>
          </a:p>
          <a:p>
            <a:pPr marR="0" lvl="0" algn="just" defTabSz="914400" rtl="0" eaLnBrk="0" fontAlgn="base" latinLnBrk="0" hangingPunct="0">
              <a:lnSpc>
                <a:spcPct val="100000"/>
              </a:lnSpc>
              <a:spcBef>
                <a:spcPts val="0"/>
              </a:spcBef>
              <a:spcAft>
                <a:spcPts val="0"/>
              </a:spcAft>
              <a:buClrTx/>
              <a:buSzTx/>
              <a:buNone/>
              <a:tabLst>
                <a:tab pos="536575" algn="l"/>
              </a:tabLst>
              <a:defRPr/>
            </a:pP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tab pos="536575" algn="l"/>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They</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show the classes in a system, attributes, and operations / methods of each class and the relationship between the classes.</a:t>
            </a:r>
          </a:p>
          <a:p>
            <a:pPr marR="0" lvl="0" algn="just" defTabSz="914400" rtl="0" eaLnBrk="0" fontAlgn="base" latinLnBrk="0" hangingPunct="0">
              <a:lnSpc>
                <a:spcPct val="100000"/>
              </a:lnSpc>
              <a:spcBef>
                <a:spcPts val="0"/>
              </a:spcBef>
              <a:spcAft>
                <a:spcPts val="0"/>
              </a:spcAft>
              <a:buClrTx/>
              <a:buSzTx/>
              <a:buNone/>
              <a:tabLst>
                <a:tab pos="536575" algn="l"/>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R="0" lvl="0" algn="just" defTabSz="914400" rtl="0" eaLnBrk="0" fontAlgn="base" latinLnBrk="0" hangingPunct="0">
              <a:lnSpc>
                <a:spcPct val="100000"/>
              </a:lnSpc>
              <a:spcBef>
                <a:spcPts val="0"/>
              </a:spcBef>
              <a:spcAft>
                <a:spcPts val="0"/>
              </a:spcAft>
              <a:buClrTx/>
              <a:buSzTx/>
              <a:buNone/>
              <a:tabLst>
                <a:tab pos="536575" algn="l"/>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In most modeling tools, a class has three parts: </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tab pos="536575" algn="l"/>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Name at the top, </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tab pos="536575" algn="l"/>
              </a:tabLst>
              <a:defRPr/>
            </a:pP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tab pos="536575" algn="l"/>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attributes in the middle and </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tab pos="536575" algn="l"/>
              </a:tabLst>
              <a:defRPr/>
            </a:pP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tab pos="536575" algn="l"/>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operations or methods at the bottom. </a:t>
            </a:r>
          </a:p>
        </p:txBody>
      </p:sp>
    </p:spTree>
    <p:extLst>
      <p:ext uri="{BB962C8B-B14F-4D97-AF65-F5344CB8AC3E}">
        <p14:creationId xmlns:p14="http://schemas.microsoft.com/office/powerpoint/2010/main" val="38980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492990"/>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Example: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In a Library System, a Book class may have attributes like title, author, and methods like borrow(), return().</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Another example in a graphical form:</a:t>
            </a:r>
          </a:p>
        </p:txBody>
      </p:sp>
      <p:pic>
        <p:nvPicPr>
          <p:cNvPr id="2" name="Picture 1">
            <a:extLst>
              <a:ext uri="{FF2B5EF4-FFF2-40B4-BE49-F238E27FC236}">
                <a16:creationId xmlns:a16="http://schemas.microsoft.com/office/drawing/2014/main" id="{3197BE7C-5DB7-4906-9364-6B62F817973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783959"/>
            <a:ext cx="4147385" cy="3921596"/>
          </a:xfrm>
          <a:prstGeom prst="rect">
            <a:avLst/>
          </a:prstGeom>
          <a:noFill/>
          <a:ln>
            <a:noFill/>
          </a:ln>
        </p:spPr>
      </p:pic>
    </p:spTree>
    <p:extLst>
      <p:ext uri="{BB962C8B-B14F-4D97-AF65-F5344CB8AC3E}">
        <p14:creationId xmlns:p14="http://schemas.microsoft.com/office/powerpoint/2010/main" val="1090535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44DF6FF-9A4C-C27F-1AEF-09EDE723078F}"/>
              </a:ext>
            </a:extLst>
          </p:cNvPr>
          <p:cNvPicPr>
            <a:picLocks noChangeAspect="1"/>
          </p:cNvPicPr>
          <p:nvPr/>
        </p:nvPicPr>
        <p:blipFill>
          <a:blip r:embed="rId3"/>
          <a:stretch>
            <a:fillRect/>
          </a:stretch>
        </p:blipFill>
        <p:spPr>
          <a:xfrm>
            <a:off x="467544" y="174914"/>
            <a:ext cx="8009948" cy="6350430"/>
          </a:xfrm>
          <a:prstGeom prst="rect">
            <a:avLst/>
          </a:prstGeom>
        </p:spPr>
      </p:pic>
    </p:spTree>
    <p:extLst>
      <p:ext uri="{BB962C8B-B14F-4D97-AF65-F5344CB8AC3E}">
        <p14:creationId xmlns:p14="http://schemas.microsoft.com/office/powerpoint/2010/main" val="587222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169277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3538A532-22DB-F5E2-80A9-55E25878F462}"/>
              </a:ext>
            </a:extLst>
          </p:cNvPr>
          <p:cNvPicPr>
            <a:picLocks noChangeAspect="1"/>
          </p:cNvPicPr>
          <p:nvPr/>
        </p:nvPicPr>
        <p:blipFill>
          <a:blip r:embed="rId3"/>
          <a:stretch>
            <a:fillRect/>
          </a:stretch>
        </p:blipFill>
        <p:spPr>
          <a:xfrm>
            <a:off x="34490" y="476673"/>
            <a:ext cx="9109509" cy="5927096"/>
          </a:xfrm>
          <a:prstGeom prst="rect">
            <a:avLst/>
          </a:prstGeom>
        </p:spPr>
      </p:pic>
    </p:spTree>
    <p:extLst>
      <p:ext uri="{BB962C8B-B14F-4D97-AF65-F5344CB8AC3E}">
        <p14:creationId xmlns:p14="http://schemas.microsoft.com/office/powerpoint/2010/main" val="4230529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5F2D6-CF03-0CF5-EA6F-CEF596C3985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F2AFF63-9FB8-66C0-3243-46CAB5549C9C}"/>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DF6FB743-ECC2-CE5C-CF87-0903333A3984}"/>
              </a:ext>
            </a:extLst>
          </p:cNvPr>
          <p:cNvSpPr txBox="1">
            <a:spLocks noChangeArrowheads="1"/>
          </p:cNvSpPr>
          <p:nvPr/>
        </p:nvSpPr>
        <p:spPr bwMode="auto">
          <a:xfrm>
            <a:off x="152400" y="152445"/>
            <a:ext cx="8839200" cy="6001643"/>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R="0" lvl="0" algn="just" defTabSz="914400" rtl="0" eaLnBrk="0" fontAlgn="base" latinLnBrk="0" hangingPunct="0">
              <a:lnSpc>
                <a:spcPct val="100000"/>
              </a:lnSpc>
              <a:spcBef>
                <a:spcPts val="0"/>
              </a:spcBef>
              <a:spcAft>
                <a:spcPts val="0"/>
              </a:spcAft>
              <a:buClrTx/>
              <a:buSzTx/>
              <a:buNone/>
              <a:tabLst>
                <a:tab pos="536575" algn="l"/>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2. 	Object Diagram </a:t>
            </a:r>
          </a:p>
          <a:p>
            <a:pPr lvl="0" algn="just">
              <a:spcBef>
                <a:spcPts val="0"/>
              </a:spcBef>
              <a:spcAft>
                <a:spcPts val="0"/>
              </a:spcAft>
              <a:buNone/>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Object Diagrams, sometimes referred to as Instance diagrams are very similar to class diagrams. </a:t>
            </a:r>
          </a:p>
          <a:p>
            <a:pPr lvl="0" algn="just">
              <a:spcBef>
                <a:spcPts val="0"/>
              </a:spcBef>
              <a:spcAft>
                <a:spcPts val="0"/>
              </a:spcAft>
              <a:buNone/>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Like class diagrams, they also show the relationship between objects.</a:t>
            </a:r>
          </a:p>
          <a:p>
            <a:pPr lvl="0" algn="just">
              <a:spcBef>
                <a:spcPts val="0"/>
              </a:spcBef>
              <a:spcAft>
                <a:spcPts val="0"/>
              </a:spcAft>
              <a:buNone/>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Represents instances of classes (objects) and their relationships at a particular moment in time.</a:t>
            </a:r>
          </a:p>
          <a:p>
            <a:pPr lvl="0" algn="just">
              <a:spcBef>
                <a:spcPts val="0"/>
              </a:spcBef>
              <a:spcAft>
                <a:spcPts val="0"/>
              </a:spcAft>
              <a:buNone/>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In other words, they show what a system will look like at a given time: showing a snapshot or a photo taken at a specific time. </a:t>
            </a:r>
          </a:p>
          <a:p>
            <a:pPr lvl="0" algn="just">
              <a:spcBef>
                <a:spcPts val="0"/>
              </a:spcBef>
              <a:spcAft>
                <a:spcPts val="0"/>
              </a:spcAft>
              <a:buNone/>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Because there is data available in the objects, they are used to explain complex relationships between objects.</a:t>
            </a:r>
          </a:p>
        </p:txBody>
      </p:sp>
    </p:spTree>
    <p:extLst>
      <p:ext uri="{BB962C8B-B14F-4D97-AF65-F5344CB8AC3E}">
        <p14:creationId xmlns:p14="http://schemas.microsoft.com/office/powerpoint/2010/main" val="10183427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893100"/>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Example: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An object of class Book named book1 with current values assigned.</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algn="just">
              <a:spcBef>
                <a:spcPts val="0"/>
              </a:spcBef>
              <a:spcAft>
                <a:spcPts val="0"/>
              </a:spcAft>
              <a:buNone/>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Another example in a graphical form:</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F02F6A05-CE96-9BAB-B926-8C5A092A8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66838" y="3045545"/>
            <a:ext cx="4300512" cy="3660010"/>
          </a:xfrm>
          <a:prstGeom prst="rect">
            <a:avLst/>
          </a:prstGeom>
          <a:noFill/>
          <a:ln>
            <a:noFill/>
          </a:ln>
        </p:spPr>
      </p:pic>
    </p:spTree>
    <p:extLst>
      <p:ext uri="{BB962C8B-B14F-4D97-AF65-F5344CB8AC3E}">
        <p14:creationId xmlns:p14="http://schemas.microsoft.com/office/powerpoint/2010/main" val="2708710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990A30CE-D7F3-CBBD-4E2D-C60173446ED4}"/>
              </a:ext>
            </a:extLst>
          </p:cNvPr>
          <p:cNvPicPr>
            <a:picLocks noChangeAspect="1"/>
          </p:cNvPicPr>
          <p:nvPr/>
        </p:nvPicPr>
        <p:blipFill>
          <a:blip r:embed="rId3"/>
          <a:stretch>
            <a:fillRect/>
          </a:stretch>
        </p:blipFill>
        <p:spPr>
          <a:xfrm>
            <a:off x="0" y="695876"/>
            <a:ext cx="9144000" cy="5466247"/>
          </a:xfrm>
          <a:prstGeom prst="rect">
            <a:avLst/>
          </a:prstGeom>
        </p:spPr>
      </p:pic>
    </p:spTree>
    <p:extLst>
      <p:ext uri="{BB962C8B-B14F-4D97-AF65-F5344CB8AC3E}">
        <p14:creationId xmlns:p14="http://schemas.microsoft.com/office/powerpoint/2010/main" val="952663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9C326-FC2E-805F-F2E0-68CEF1F3E4F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EA500B4-262F-2D59-C5C9-C3750824FEAF}"/>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9F2801BA-4C34-78FB-979A-3E2587F21BCC}"/>
              </a:ext>
            </a:extLst>
          </p:cNvPr>
          <p:cNvSpPr txBox="1">
            <a:spLocks noChangeArrowheads="1"/>
          </p:cNvSpPr>
          <p:nvPr/>
        </p:nvSpPr>
        <p:spPr bwMode="auto">
          <a:xfrm>
            <a:off x="152400" y="152445"/>
            <a:ext cx="8839200" cy="6093976"/>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R="0" lvl="0" algn="just" defTabSz="914400" rtl="0" eaLnBrk="0" fontAlgn="base" latinLnBrk="0" hangingPunct="0">
              <a:lnSpc>
                <a:spcPct val="100000"/>
              </a:lnSpc>
              <a:spcBef>
                <a:spcPts val="0"/>
              </a:spcBef>
              <a:spcAft>
                <a:spcPts val="0"/>
              </a:spcAft>
              <a:buClrTx/>
              <a:buSzTx/>
              <a:buNone/>
              <a:tabLst>
                <a:tab pos="536575" algn="l"/>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3.	Component Diagram</a:t>
            </a:r>
          </a:p>
          <a:p>
            <a:pPr marR="0" lvl="0" algn="just" defTabSz="914400" rtl="0" eaLnBrk="0" fontAlgn="base" latinLnBrk="0" hangingPunct="0">
              <a:lnSpc>
                <a:spcPct val="100000"/>
              </a:lnSpc>
              <a:spcBef>
                <a:spcPts val="0"/>
              </a:spcBef>
              <a:spcAft>
                <a:spcPts val="0"/>
              </a:spcAft>
              <a:buClrTx/>
              <a:buSzTx/>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A component diagram shows the high-level structure of a system, focusing on how the system is divided into components and how those components interact through interfaces.</a:t>
            </a:r>
          </a:p>
          <a:p>
            <a:pPr lvl="0" algn="just">
              <a:spcBef>
                <a:spcPts val="0"/>
              </a:spcBef>
              <a:spcAft>
                <a:spcPts val="0"/>
              </a:spcAft>
              <a:buNone/>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It focuses on software components that are used in the system implementation stages.</a:t>
            </a:r>
          </a:p>
          <a:p>
            <a:pPr lvl="0" algn="just">
              <a:spcBef>
                <a:spcPts val="0"/>
              </a:spcBef>
              <a:spcAft>
                <a:spcPts val="0"/>
              </a:spcAft>
              <a:buNone/>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It describes the organization and dependencies among software components.</a:t>
            </a:r>
          </a:p>
          <a:p>
            <a:pPr lvl="0" algn="just">
              <a:spcBef>
                <a:spcPts val="0"/>
              </a:spcBef>
              <a:spcAft>
                <a:spcPts val="0"/>
              </a:spcAft>
              <a:buNone/>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These are mostly used when working with complex systems with many components. </a:t>
            </a:r>
          </a:p>
        </p:txBody>
      </p:sp>
    </p:spTree>
    <p:extLst>
      <p:ext uri="{BB962C8B-B14F-4D97-AF65-F5344CB8AC3E}">
        <p14:creationId xmlns:p14="http://schemas.microsoft.com/office/powerpoint/2010/main" val="1711734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3108543"/>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Components communicate with each other using interfaces.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Example: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User Interface, Database Access Layer, and Business Logic as separate components.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Another example in a graphical form:</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95D9EDCB-72EA-9D10-75B8-A2DE078C806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23298" y="3326419"/>
            <a:ext cx="2744202" cy="3379136"/>
          </a:xfrm>
          <a:prstGeom prst="rect">
            <a:avLst/>
          </a:prstGeom>
          <a:noFill/>
          <a:ln>
            <a:noFill/>
          </a:ln>
        </p:spPr>
      </p:pic>
    </p:spTree>
    <p:extLst>
      <p:ext uri="{BB962C8B-B14F-4D97-AF65-F5344CB8AC3E}">
        <p14:creationId xmlns:p14="http://schemas.microsoft.com/office/powerpoint/2010/main" val="3828445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43F74D9F-2B71-E61F-198F-46826F100566}"/>
              </a:ext>
            </a:extLst>
          </p:cNvPr>
          <p:cNvPicPr>
            <a:picLocks noChangeAspect="1"/>
          </p:cNvPicPr>
          <p:nvPr/>
        </p:nvPicPr>
        <p:blipFill>
          <a:blip r:embed="rId3"/>
          <a:stretch>
            <a:fillRect/>
          </a:stretch>
        </p:blipFill>
        <p:spPr>
          <a:xfrm>
            <a:off x="2987824" y="103106"/>
            <a:ext cx="3168352" cy="6651787"/>
          </a:xfrm>
          <a:prstGeom prst="rect">
            <a:avLst/>
          </a:prstGeom>
        </p:spPr>
      </p:pic>
    </p:spTree>
    <p:extLst>
      <p:ext uri="{BB962C8B-B14F-4D97-AF65-F5344CB8AC3E}">
        <p14:creationId xmlns:p14="http://schemas.microsoft.com/office/powerpoint/2010/main" val="278914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49973-3817-E0BE-C4F5-42AE67288B0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23E175-8036-A1F5-B9B4-0FB5E11AE67B}"/>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7E48DA00-493E-4C3F-E298-8AFD37F3A599}"/>
              </a:ext>
            </a:extLst>
          </p:cNvPr>
          <p:cNvSpPr txBox="1">
            <a:spLocks noChangeArrowheads="1"/>
          </p:cNvSpPr>
          <p:nvPr/>
        </p:nvSpPr>
        <p:spPr bwMode="auto">
          <a:xfrm>
            <a:off x="152400" y="152445"/>
            <a:ext cx="8839200" cy="649408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R="0" lvl="0" algn="just" defTabSz="914400" rtl="0" eaLnBrk="0" fontAlgn="base" latinLnBrk="0" hangingPunct="0">
              <a:lnSpc>
                <a:spcPct val="100000"/>
              </a:lnSpc>
              <a:spcBef>
                <a:spcPts val="0"/>
              </a:spcBef>
              <a:spcAft>
                <a:spcPts val="0"/>
              </a:spcAft>
              <a:buClrTx/>
              <a:buSzTx/>
              <a:buNone/>
              <a:tabLst>
                <a:tab pos="536575" algn="l"/>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4.	Deployment Diagram</a:t>
            </a:r>
          </a:p>
          <a:p>
            <a:pPr marL="725488" marR="0" lvl="0" indent="-363538" algn="just" defTabSz="914400" rtl="0" eaLnBrk="0" fontAlgn="base" latinLnBrk="0" hangingPunct="0">
              <a:lnSpc>
                <a:spcPct val="100000"/>
              </a:lnSpc>
              <a:spcBef>
                <a:spcPts val="0"/>
              </a:spcBef>
              <a:spcAft>
                <a:spcPts val="0"/>
              </a:spcAft>
              <a:buClrTx/>
              <a:buSzTx/>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A deployment diagram models the physical deployment of software artifacts (e.g., executables, libraries, databases) on hardware nodes (e.g., servers, devices).</a:t>
            </a:r>
          </a:p>
          <a:p>
            <a:pPr lvl="0" algn="just">
              <a:spcBef>
                <a:spcPts val="0"/>
              </a:spcBef>
              <a:spcAft>
                <a:spcPts val="0"/>
              </a:spcAft>
              <a:buNone/>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It tells us what hardware components exist and what software components run or deployed on them.</a:t>
            </a:r>
          </a:p>
          <a:p>
            <a:pPr lvl="0" algn="just">
              <a:spcBef>
                <a:spcPts val="0"/>
              </a:spcBef>
              <a:spcAft>
                <a:spcPts val="0"/>
              </a:spcAft>
              <a:buNone/>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Deployment diagrams are useful when your software solution is deployed across multiple machines with each having a unique / different configuration. </a:t>
            </a:r>
          </a:p>
          <a:p>
            <a:pPr lvl="0" algn="just">
              <a:spcBef>
                <a:spcPts val="0"/>
              </a:spcBef>
              <a:spcAft>
                <a:spcPts val="0"/>
              </a:spcAft>
              <a:buNone/>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It shows where and how the different parts of a software system physically reside and communicate in the real-world environment.</a:t>
            </a: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03854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677656"/>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0" algn="just">
              <a:spcBef>
                <a:spcPts val="0"/>
              </a:spcBef>
              <a:spcAft>
                <a:spcPts val="0"/>
              </a:spcAft>
              <a:buNone/>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Associated elements includes nodes  and communication paths.</a:t>
            </a:r>
          </a:p>
          <a:p>
            <a:pPr marL="725488" lvl="0" indent="-363538" algn="just">
              <a:spcBef>
                <a:spcPts val="0"/>
              </a:spcBef>
              <a:spcAft>
                <a:spcPts val="0"/>
              </a:spcAft>
              <a:buNone/>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725488" lvl="0" indent="-725488" algn="just">
              <a:spcBef>
                <a:spcPts val="0"/>
              </a:spcBef>
              <a:spcAft>
                <a:spcPts val="0"/>
              </a:spcAft>
              <a:buNone/>
              <a:defRPr/>
            </a:pPr>
            <a:r>
              <a:rPr lang="en-US" sz="2400" b="1" dirty="0">
                <a:solidFill>
                  <a:prstClr val="black"/>
                </a:solidFill>
                <a:latin typeface="Arial" panose="020B0604020202020204" pitchFamily="34" charset="0"/>
                <a:ea typeface="Calibri" panose="020F0502020204030204" pitchFamily="34" charset="0"/>
                <a:cs typeface="Times New Roman" panose="02020603050405020304" pitchFamily="18" charset="0"/>
              </a:rPr>
              <a:t>Example: </a:t>
            </a: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Web server and database server configuration.</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algn="just">
              <a:spcBef>
                <a:spcPts val="0"/>
              </a:spcBef>
              <a:spcAft>
                <a:spcPts val="0"/>
              </a:spcAft>
              <a:buNone/>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Another example in a graphical form:</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2" name="Picture 1" descr="A diagram of a machine&#10;&#10;AI-generated content may be incorrect.">
            <a:extLst>
              <a:ext uri="{FF2B5EF4-FFF2-40B4-BE49-F238E27FC236}">
                <a16:creationId xmlns:a16="http://schemas.microsoft.com/office/drawing/2014/main" id="{B0D45927-BB02-5A6F-0001-EC56480EB7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2621958"/>
            <a:ext cx="2781500" cy="4027512"/>
          </a:xfrm>
          <a:prstGeom prst="rect">
            <a:avLst/>
          </a:prstGeom>
          <a:noFill/>
          <a:ln>
            <a:noFill/>
          </a:ln>
        </p:spPr>
      </p:pic>
    </p:spTree>
    <p:extLst>
      <p:ext uri="{BB962C8B-B14F-4D97-AF65-F5344CB8AC3E}">
        <p14:creationId xmlns:p14="http://schemas.microsoft.com/office/powerpoint/2010/main" val="31732797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17B94735-9EAF-A9B8-D6F7-C4DA0D477AAC}"/>
              </a:ext>
            </a:extLst>
          </p:cNvPr>
          <p:cNvPicPr>
            <a:picLocks noChangeAspect="1"/>
          </p:cNvPicPr>
          <p:nvPr/>
        </p:nvPicPr>
        <p:blipFill>
          <a:blip r:embed="rId3"/>
          <a:stretch>
            <a:fillRect/>
          </a:stretch>
        </p:blipFill>
        <p:spPr>
          <a:xfrm>
            <a:off x="0" y="398721"/>
            <a:ext cx="9144000" cy="6060558"/>
          </a:xfrm>
          <a:prstGeom prst="rect">
            <a:avLst/>
          </a:prstGeom>
        </p:spPr>
      </p:pic>
    </p:spTree>
    <p:extLst>
      <p:ext uri="{BB962C8B-B14F-4D97-AF65-F5344CB8AC3E}">
        <p14:creationId xmlns:p14="http://schemas.microsoft.com/office/powerpoint/2010/main" val="39106489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3B79F-F0F9-9BC2-D89C-DC72E373E38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9D41F01-C233-CB27-2F58-4EED9685BBF8}"/>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AB2C6A65-0603-9015-F84C-813FCAA689C2}"/>
              </a:ext>
            </a:extLst>
          </p:cNvPr>
          <p:cNvSpPr txBox="1">
            <a:spLocks noChangeArrowheads="1"/>
          </p:cNvSpPr>
          <p:nvPr/>
        </p:nvSpPr>
        <p:spPr bwMode="auto">
          <a:xfrm>
            <a:off x="152400" y="152445"/>
            <a:ext cx="8839200" cy="637097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725488" marR="0" lvl="0" indent="-725488" algn="just" defTabSz="914400" rtl="0" eaLnBrk="0" fontAlgn="base" latinLnBrk="0" hangingPunct="0">
              <a:lnSpc>
                <a:spcPct val="100000"/>
              </a:lnSpc>
              <a:spcBef>
                <a:spcPts val="0"/>
              </a:spcBef>
              <a:spcAft>
                <a:spcPts val="0"/>
              </a:spcAft>
              <a:buClrTx/>
              <a:buSzTx/>
              <a:buNone/>
              <a:tabLst>
                <a:tab pos="536575" algn="l"/>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5.	Package Diagram</a:t>
            </a:r>
          </a:p>
          <a:p>
            <a:pPr lvl="0" algn="just">
              <a:spcBef>
                <a:spcPts val="0"/>
              </a:spcBef>
              <a:spcAft>
                <a:spcPts val="0"/>
              </a:spcAft>
              <a:buNone/>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A Package Diagram is a structural diagram that shows how a system is organized into packages or modules and how these packages depend on or relate to each other.</a:t>
            </a:r>
          </a:p>
          <a:p>
            <a:pPr lvl="0" algn="just">
              <a:spcBef>
                <a:spcPts val="0"/>
              </a:spcBef>
              <a:spcAft>
                <a:spcPts val="0"/>
              </a:spcAft>
              <a:buNone/>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Related elements (such as classes, interfaces, or other packages) are organized into meaningful groups that simplifies complex models and making the resulting structure easy to understand.</a:t>
            </a:r>
          </a:p>
          <a:p>
            <a:pPr lvl="0" algn="just">
              <a:spcBef>
                <a:spcPts val="0"/>
              </a:spcBef>
              <a:spcAft>
                <a:spcPts val="0"/>
              </a:spcAft>
              <a:buNone/>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Package diagrams organize large systems into manageable parts that also show dependencies between different parts/modules of the system.</a:t>
            </a:r>
          </a:p>
          <a:p>
            <a:pPr lvl="0" algn="just">
              <a:spcBef>
                <a:spcPts val="0"/>
              </a:spcBef>
              <a:spcAft>
                <a:spcPts val="0"/>
              </a:spcAft>
              <a:buNone/>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Package diagrams can use packages containing use cases to illustrate the functionality of a software system.</a:t>
            </a:r>
          </a:p>
        </p:txBody>
      </p:sp>
    </p:spTree>
    <p:extLst>
      <p:ext uri="{BB962C8B-B14F-4D97-AF65-F5344CB8AC3E}">
        <p14:creationId xmlns:p14="http://schemas.microsoft.com/office/powerpoint/2010/main" val="19963116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4308872"/>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Package diagrams can also use packages that represent the different layers of a software system to illustrate the layered architecture of a software system.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Example: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a:t>
            </a:r>
            <a:r>
              <a:rPr kumimoji="0" lang="en-US" sz="260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BankingApp</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package containing Accounts, Loans, and Transactions packages.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Another example in graphic format:</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It Illustrates the grouping of related classes under "Account Management" and "Transaction Processing" within the overall "Banking System" package.</a:t>
            </a:r>
          </a:p>
        </p:txBody>
      </p:sp>
      <p:pic>
        <p:nvPicPr>
          <p:cNvPr id="3" name="Picture 2" descr="A close-up of a document&#10;&#10;AI-generated content may be incorrect.">
            <a:extLst>
              <a:ext uri="{FF2B5EF4-FFF2-40B4-BE49-F238E27FC236}">
                <a16:creationId xmlns:a16="http://schemas.microsoft.com/office/drawing/2014/main" id="{5B8C6079-1DC3-666F-7804-0A1782475E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5" y="4797152"/>
            <a:ext cx="9144000" cy="1421763"/>
          </a:xfrm>
          <a:prstGeom prst="rect">
            <a:avLst/>
          </a:prstGeom>
        </p:spPr>
      </p:pic>
    </p:spTree>
    <p:extLst>
      <p:ext uri="{BB962C8B-B14F-4D97-AF65-F5344CB8AC3E}">
        <p14:creationId xmlns:p14="http://schemas.microsoft.com/office/powerpoint/2010/main" val="2564109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C131CF6-7E9F-B1A8-E2B8-F24F5ECD51E0}"/>
              </a:ext>
            </a:extLst>
          </p:cNvPr>
          <p:cNvPicPr>
            <a:picLocks noChangeAspect="1"/>
          </p:cNvPicPr>
          <p:nvPr/>
        </p:nvPicPr>
        <p:blipFill>
          <a:blip r:embed="rId3"/>
          <a:stretch>
            <a:fillRect/>
          </a:stretch>
        </p:blipFill>
        <p:spPr>
          <a:xfrm>
            <a:off x="2987824" y="85602"/>
            <a:ext cx="3168352" cy="6686796"/>
          </a:xfrm>
          <a:prstGeom prst="rect">
            <a:avLst/>
          </a:prstGeom>
        </p:spPr>
      </p:pic>
    </p:spTree>
    <p:extLst>
      <p:ext uri="{BB962C8B-B14F-4D97-AF65-F5344CB8AC3E}">
        <p14:creationId xmlns:p14="http://schemas.microsoft.com/office/powerpoint/2010/main" val="17895539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169277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1B8E13DE-9D8D-816F-FD1E-706019D196F3}"/>
              </a:ext>
            </a:extLst>
          </p:cNvPr>
          <p:cNvPicPr>
            <a:picLocks noChangeAspect="1"/>
          </p:cNvPicPr>
          <p:nvPr/>
        </p:nvPicPr>
        <p:blipFill>
          <a:blip r:embed="rId3"/>
          <a:stretch>
            <a:fillRect/>
          </a:stretch>
        </p:blipFill>
        <p:spPr>
          <a:xfrm>
            <a:off x="0" y="483919"/>
            <a:ext cx="9144000" cy="5890162"/>
          </a:xfrm>
          <a:prstGeom prst="rect">
            <a:avLst/>
          </a:prstGeom>
        </p:spPr>
      </p:pic>
    </p:spTree>
    <p:extLst>
      <p:ext uri="{BB962C8B-B14F-4D97-AF65-F5344CB8AC3E}">
        <p14:creationId xmlns:p14="http://schemas.microsoft.com/office/powerpoint/2010/main" val="13173265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007D0-DAA1-2A31-1B61-DCAACCF35DD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7E842B-BFEA-3193-8A57-5C17ADA39E46}"/>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E9B08920-832C-8BB1-7FFA-322905C12DFC}"/>
              </a:ext>
            </a:extLst>
          </p:cNvPr>
          <p:cNvSpPr txBox="1">
            <a:spLocks noChangeArrowheads="1"/>
          </p:cNvSpPr>
          <p:nvPr/>
        </p:nvSpPr>
        <p:spPr bwMode="auto">
          <a:xfrm>
            <a:off x="152400" y="152445"/>
            <a:ext cx="8839200" cy="649408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R="0" lvl="0" algn="just" defTabSz="914400" rtl="0" eaLnBrk="0" fontAlgn="base" latinLnBrk="0" hangingPunct="0">
              <a:lnSpc>
                <a:spcPct val="100000"/>
              </a:lnSpc>
              <a:spcBef>
                <a:spcPts val="0"/>
              </a:spcBef>
              <a:spcAft>
                <a:spcPts val="0"/>
              </a:spcAft>
              <a:buClrTx/>
              <a:buSzTx/>
              <a:buNone/>
              <a:tabLst>
                <a:tab pos="536575" algn="l"/>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6.	Composite Structure Diagram</a:t>
            </a:r>
          </a:p>
          <a:p>
            <a:pPr marL="898525" marR="0" lvl="0" indent="-536575"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tab pos="898525" algn="l"/>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A Composite Structure Diagram is a UML structural diagram that shows the internal structure of a class, including its parts (properties), ports (interaction points), and connectors between those parts.</a:t>
            </a:r>
          </a:p>
          <a:p>
            <a:pPr lvl="0" algn="just">
              <a:spcBef>
                <a:spcPts val="0"/>
              </a:spcBef>
              <a:spcAft>
                <a:spcPts val="0"/>
              </a:spcAft>
              <a:buNone/>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It models the internal composition of a class or component.</a:t>
            </a:r>
          </a:p>
          <a:p>
            <a:pPr lvl="0" algn="just">
              <a:spcBef>
                <a:spcPts val="0"/>
              </a:spcBef>
              <a:spcAft>
                <a:spcPts val="0"/>
              </a:spcAft>
              <a:buNone/>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A composite structure diagram describes how a class or component is composed of other elements, and how they interact at runtime to fulfill the behavior defined by the class.</a:t>
            </a:r>
          </a:p>
          <a:p>
            <a:pPr lvl="0" algn="just">
              <a:spcBef>
                <a:spcPts val="0"/>
              </a:spcBef>
              <a:spcAft>
                <a:spcPts val="0"/>
              </a:spcAft>
              <a:buNone/>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Bef>
                <a:spcPts val="0"/>
              </a:spcBef>
              <a:spcAft>
                <a:spcPts val="0"/>
              </a:spcAft>
              <a:buNone/>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Composite Structure Diagrams are often used in embedded systems and software modeling with parts.</a:t>
            </a:r>
          </a:p>
        </p:txBody>
      </p:sp>
    </p:spTree>
    <p:extLst>
      <p:ext uri="{BB962C8B-B14F-4D97-AF65-F5344CB8AC3E}">
        <p14:creationId xmlns:p14="http://schemas.microsoft.com/office/powerpoint/2010/main" val="16537656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00890"/>
            <a:ext cx="8839200" cy="492442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composite structure diagram represents relationship between parts and their configuration which determine how the classifier (class, a component, or a deployment node) behaves. </a:t>
            </a:r>
          </a:p>
          <a:p>
            <a:pPr marL="0" marR="0" lvl="0" indent="0" algn="just" defTabSz="914400" rtl="0" eaLnBrk="0" fontAlgn="base"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An example is that of a Car class which may be composed of An Engine, A Transmission, A Dashboard, and Communication ports. </a:t>
            </a:r>
          </a:p>
          <a:p>
            <a:pPr marL="0" marR="0" lvl="0" indent="0" algn="just" defTabSz="914400" rtl="0" eaLnBrk="0" fontAlgn="base" latinLnBrk="0" hangingPunct="0">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The Composite Structure Diagram for this class shows how these parts are wired together and how they interact with each other.</a:t>
            </a: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Tx/>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Another example in graphical format:</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4D3BB2B2-DB5A-1CE1-B92F-CD5DFD817D8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4571115"/>
            <a:ext cx="9144000" cy="2160240"/>
          </a:xfrm>
          <a:prstGeom prst="rect">
            <a:avLst/>
          </a:prstGeom>
          <a:noFill/>
          <a:ln>
            <a:noFill/>
          </a:ln>
        </p:spPr>
      </p:pic>
    </p:spTree>
    <p:extLst>
      <p:ext uri="{BB962C8B-B14F-4D97-AF65-F5344CB8AC3E}">
        <p14:creationId xmlns:p14="http://schemas.microsoft.com/office/powerpoint/2010/main" val="22725703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43083F58-3D0C-908C-11A4-D3FAD955AE21}"/>
              </a:ext>
            </a:extLst>
          </p:cNvPr>
          <p:cNvPicPr>
            <a:picLocks noChangeAspect="1"/>
          </p:cNvPicPr>
          <p:nvPr/>
        </p:nvPicPr>
        <p:blipFill>
          <a:blip r:embed="rId3"/>
          <a:stretch>
            <a:fillRect/>
          </a:stretch>
        </p:blipFill>
        <p:spPr>
          <a:xfrm>
            <a:off x="2915416" y="152444"/>
            <a:ext cx="3312768" cy="6552323"/>
          </a:xfrm>
          <a:prstGeom prst="rect">
            <a:avLst/>
          </a:prstGeom>
        </p:spPr>
      </p:pic>
    </p:spTree>
    <p:extLst>
      <p:ext uri="{BB962C8B-B14F-4D97-AF65-F5344CB8AC3E}">
        <p14:creationId xmlns:p14="http://schemas.microsoft.com/office/powerpoint/2010/main" val="29133874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169277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E86ADF8-5D36-B798-34CA-55F0273E6749}"/>
              </a:ext>
            </a:extLst>
          </p:cNvPr>
          <p:cNvPicPr>
            <a:picLocks noChangeAspect="1"/>
          </p:cNvPicPr>
          <p:nvPr/>
        </p:nvPicPr>
        <p:blipFill>
          <a:blip r:embed="rId3"/>
          <a:stretch>
            <a:fillRect/>
          </a:stretch>
        </p:blipFill>
        <p:spPr>
          <a:xfrm>
            <a:off x="100534" y="548679"/>
            <a:ext cx="8891065" cy="5727231"/>
          </a:xfrm>
          <a:prstGeom prst="rect">
            <a:avLst/>
          </a:prstGeom>
        </p:spPr>
      </p:pic>
    </p:spTree>
    <p:extLst>
      <p:ext uri="{BB962C8B-B14F-4D97-AF65-F5344CB8AC3E}">
        <p14:creationId xmlns:p14="http://schemas.microsoft.com/office/powerpoint/2010/main" val="30265465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77B49-E2F9-09B2-ED51-AA83CC5F37D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7180A86-FF7F-AE85-CB23-C3099A957BA9}"/>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494D57E7-6084-BDEA-BFCD-7E4810DB713A}"/>
              </a:ext>
            </a:extLst>
          </p:cNvPr>
          <p:cNvSpPr txBox="1">
            <a:spLocks noChangeArrowheads="1"/>
          </p:cNvSpPr>
          <p:nvPr/>
        </p:nvSpPr>
        <p:spPr bwMode="auto">
          <a:xfrm>
            <a:off x="152400" y="152445"/>
            <a:ext cx="8839200" cy="663258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514350" marR="0" lvl="0" indent="-514350" algn="just" defTabSz="914400" rtl="0" eaLnBrk="0" fontAlgn="base" latinLnBrk="0" hangingPunct="0">
              <a:lnSpc>
                <a:spcPct val="100000"/>
              </a:lnSpc>
              <a:spcBef>
                <a:spcPts val="0"/>
              </a:spcBef>
              <a:spcAft>
                <a:spcPts val="0"/>
              </a:spcAft>
              <a:buClrTx/>
              <a:buSzTx/>
              <a:buAutoNum type="arabicPeriod" startAt="7"/>
              <a:tabLst>
                <a:tab pos="536575" algn="l"/>
                <a:tab pos="898525" algn="l"/>
              </a:tabLst>
              <a:defRPr/>
            </a:pPr>
            <a:r>
              <a:rPr kumimoji="0" lang="en-US" sz="25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Profile Diagram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Profile diagram is a new diagram type introduced in UML 2. It is a diagram type that is very rarely used in any specification.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Profile Diagram is a UML diagram used to customize UML for specific domains or platforms by defining profiles, which consist of stereotypes, tagged values, and constraints.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5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It allows modelers to extend UML's standard notation without changing its core, making it adaptable for specific industries, technologies, or methodologies.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5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Profile Diagram does not replace UML’s existing diagrams – Instead, it modifies or enhances them, resulting into a diagram that will properly reflect a specific domain / field such as banking, aerospace, etc.</a:t>
            </a:r>
          </a:p>
        </p:txBody>
      </p:sp>
    </p:spTree>
    <p:extLst>
      <p:ext uri="{BB962C8B-B14F-4D97-AF65-F5344CB8AC3E}">
        <p14:creationId xmlns:p14="http://schemas.microsoft.com/office/powerpoint/2010/main" val="23280647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D03FB-D5B8-E5A7-957D-00E6BA14A6C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DDE348C-DE9B-7C94-0518-FE44D52E5AB1}"/>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5976247F-D68F-EA39-14C0-8343CD83C8E5}"/>
              </a:ext>
            </a:extLst>
          </p:cNvPr>
          <p:cNvSpPr txBox="1">
            <a:spLocks noChangeArrowheads="1"/>
          </p:cNvSpPr>
          <p:nvPr/>
        </p:nvSpPr>
        <p:spPr bwMode="auto">
          <a:xfrm>
            <a:off x="152400" y="152445"/>
            <a:ext cx="8839200" cy="5124480"/>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R="0" lvl="0" algn="just" defTabSz="914400" rtl="0" eaLnBrk="0" fontAlgn="base" latinLnBrk="0" hangingPunct="0">
              <a:lnSpc>
                <a:spcPct val="100000"/>
              </a:lnSpc>
              <a:spcBef>
                <a:spcPts val="0"/>
              </a:spcBef>
              <a:spcAft>
                <a:spcPts val="0"/>
              </a:spcAft>
              <a:buClrTx/>
              <a:buSzTx/>
              <a:buNone/>
              <a:tabLst>
                <a:tab pos="536575" algn="l"/>
                <a:tab pos="898525" algn="l"/>
              </a:tabLst>
              <a:defRPr/>
            </a:pPr>
            <a:r>
              <a:rPr kumimoji="0" lang="en-US" sz="25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Profile Diagram adds extra meaning through stereotypes, tagged values, and constraints, so the diagrams better reflect a specific field or domain.</a:t>
            </a:r>
          </a:p>
          <a:p>
            <a:pPr marR="0" lvl="0" algn="just" defTabSz="914400" rtl="0" eaLnBrk="0" fontAlgn="base" latinLnBrk="0" hangingPunct="0">
              <a:lnSpc>
                <a:spcPct val="100000"/>
              </a:lnSpc>
              <a:spcBef>
                <a:spcPts val="0"/>
              </a:spcBef>
              <a:spcAft>
                <a:spcPts val="0"/>
              </a:spcAft>
              <a:buClrTx/>
              <a:buSzTx/>
              <a:buNone/>
              <a:tabLst>
                <a:tab pos="536575" algn="l"/>
                <a:tab pos="898525" algn="l"/>
              </a:tabLst>
              <a:defRPr/>
            </a:pPr>
            <a:endParaRPr kumimoji="0" lang="en-US" sz="25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500" b="1"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Stereotype: </a:t>
            </a:r>
            <a:r>
              <a:rPr kumimoji="0" lang="en-US" sz="2500" b="0"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An extension mechanism to create new types of modeling elements based on existing UML elements.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500" b="0"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500" b="1"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Tagged Value: </a:t>
            </a:r>
            <a:r>
              <a:rPr kumimoji="0" lang="en-US" sz="2500" b="0"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An attribute associated with a stereotype that provides additional information.</a:t>
            </a:r>
          </a:p>
          <a:p>
            <a:pPr marL="361950" marR="0" lvl="0" indent="-361950" algn="just" defTabSz="914400" rtl="0" eaLnBrk="0" fontAlgn="base" latinLnBrk="0" hangingPunct="0">
              <a:lnSpc>
                <a:spcPct val="100000"/>
              </a:lnSpc>
              <a:spcBef>
                <a:spcPts val="0"/>
              </a:spcBef>
              <a:spcAft>
                <a:spcPts val="0"/>
              </a:spcAft>
              <a:buClrTx/>
              <a:buSzTx/>
              <a:buNone/>
              <a:tabLst>
                <a:tab pos="898525" algn="l"/>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500" b="1"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Constraint: </a:t>
            </a:r>
            <a:r>
              <a:rPr kumimoji="0" lang="en-US" sz="2500" b="0"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condition or restriction that must be met by the elements extended by a stereotype.</a:t>
            </a:r>
          </a:p>
          <a:p>
            <a:pPr marL="361950" marR="0" lvl="0" indent="-361950" algn="just" defTabSz="914400" rtl="0" eaLnBrk="0" fontAlgn="base" latinLnBrk="0" hangingPunct="0">
              <a:lnSpc>
                <a:spcPct val="100000"/>
              </a:lnSpc>
              <a:spcBef>
                <a:spcPts val="0"/>
              </a:spcBef>
              <a:spcAft>
                <a:spcPts val="0"/>
              </a:spcAft>
              <a:buClrTx/>
              <a:buSzTx/>
              <a:buNone/>
              <a:tabLst>
                <a:tab pos="898525" algn="l"/>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386874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3785652"/>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400" b="0"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61950" marR="0" lvl="0" indent="0" algn="just" defTabSz="914400" rtl="0" eaLnBrk="0" fontAlgn="base" latinLnBrk="0" hangingPunct="0">
              <a:lnSpc>
                <a:spcPct val="100000"/>
              </a:lnSpc>
              <a:spcBef>
                <a:spcPts val="0"/>
              </a:spcBef>
              <a:spcAft>
                <a:spcPts val="0"/>
              </a:spcAft>
              <a:buClrTx/>
              <a:buSzTx/>
              <a:buFontTx/>
              <a:buNone/>
              <a:tabLst>
                <a:tab pos="898525" algn="l"/>
              </a:tabLst>
              <a:defRPr/>
            </a:pP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61950" marR="0" lvl="0" indent="-361950" algn="just" defTabSz="914400" rtl="0" eaLnBrk="0" fontAlgn="base" latinLnBrk="0" hangingPunct="0">
              <a:lnSpc>
                <a:spcPct val="100000"/>
              </a:lnSpc>
              <a:spcBef>
                <a:spcPts val="0"/>
              </a:spcBef>
              <a:spcAft>
                <a:spcPts val="0"/>
              </a:spcAft>
              <a:buClrTx/>
              <a:buSzTx/>
              <a:buFontTx/>
              <a:buNone/>
              <a:tabLst>
                <a:tab pos="898525" algn="l"/>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Example:</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You define a stereotype &lt;&lt;Auditable&gt;&gt; that applies to any class which needs audit logging.</a:t>
            </a:r>
          </a:p>
          <a:p>
            <a:pPr marL="361950" marR="0" lvl="0" indent="0" algn="just" defTabSz="914400" rtl="0" eaLnBrk="0" fontAlgn="base" latinLnBrk="0" hangingPunct="0">
              <a:lnSpc>
                <a:spcPct val="100000"/>
              </a:lnSpc>
              <a:spcBef>
                <a:spcPts val="0"/>
              </a:spcBef>
              <a:spcAft>
                <a:spcPts val="0"/>
              </a:spcAft>
              <a:buClrTx/>
              <a:buSzTx/>
              <a:buFontTx/>
              <a:buNone/>
              <a:tabLst>
                <a:tab pos="898525" algn="l"/>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61950" marR="0" lvl="0" indent="0" algn="just" defTabSz="914400" rtl="0" eaLnBrk="0" fontAlgn="base" latinLnBrk="0" hangingPunct="0">
              <a:lnSpc>
                <a:spcPct val="100000"/>
              </a:lnSpc>
              <a:spcBef>
                <a:spcPts val="0"/>
              </a:spcBef>
              <a:spcAft>
                <a:spcPts val="0"/>
              </a:spcAft>
              <a:buClrTx/>
              <a:buSzTx/>
              <a:buFontTx/>
              <a:buNone/>
              <a:tabLst>
                <a:tab pos="898525" algn="l"/>
              </a:tabLst>
              <a:defRPr/>
            </a:pP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61950" marR="0" lvl="0" indent="-361950" algn="just" defTabSz="914400" rtl="0" eaLnBrk="0" fontAlgn="base" latinLnBrk="0" hangingPunct="0">
              <a:lnSpc>
                <a:spcPct val="100000"/>
              </a:lnSpc>
              <a:spcBef>
                <a:spcPts val="0"/>
              </a:spcBef>
              <a:spcAft>
                <a:spcPts val="0"/>
              </a:spcAft>
              <a:buClrTx/>
              <a:buSzTx/>
              <a:buFontTx/>
              <a:buNone/>
              <a:tabLst>
                <a:tab pos="898525" algn="l"/>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Another example in graphic format:</a:t>
            </a:r>
          </a:p>
          <a:p>
            <a:pPr marL="361950" marR="0" lvl="0" indent="-361950" algn="just" defTabSz="914400" rtl="0" eaLnBrk="0" fontAlgn="base" latinLnBrk="0" hangingPunct="0">
              <a:lnSpc>
                <a:spcPct val="100000"/>
              </a:lnSpc>
              <a:spcBef>
                <a:spcPts val="0"/>
              </a:spcBef>
              <a:spcAft>
                <a:spcPts val="0"/>
              </a:spcAft>
              <a:buClrTx/>
              <a:buSzTx/>
              <a:buFontTx/>
              <a:buNone/>
              <a:tabLst>
                <a:tab pos="898525" algn="l"/>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It shows a </a:t>
            </a:r>
            <a:r>
              <a:rPr kumimoji="0" lang="en-US" sz="24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BankingProfile</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with custom stereotypes (Auditable and Secure) extending the UML Class </a:t>
            </a:r>
            <a:r>
              <a:rPr kumimoji="0" lang="en-US" sz="24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metaclass</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3" name="Picture 2" descr="A close-up of a sign&#10;&#10;AI-generated content may be incorrect.">
            <a:extLst>
              <a:ext uri="{FF2B5EF4-FFF2-40B4-BE49-F238E27FC236}">
                <a16:creationId xmlns:a16="http://schemas.microsoft.com/office/drawing/2014/main" id="{7FA0744C-4C8D-E41C-EB7D-7F011940D6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3" y="3938097"/>
            <a:ext cx="9144489" cy="1562375"/>
          </a:xfrm>
          <a:prstGeom prst="rect">
            <a:avLst/>
          </a:prstGeom>
        </p:spPr>
      </p:pic>
    </p:spTree>
    <p:extLst>
      <p:ext uri="{BB962C8B-B14F-4D97-AF65-F5344CB8AC3E}">
        <p14:creationId xmlns:p14="http://schemas.microsoft.com/office/powerpoint/2010/main" val="19703980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865A40C4-422D-5A4D-6362-7DC4AACA3699}"/>
              </a:ext>
            </a:extLst>
          </p:cNvPr>
          <p:cNvPicPr>
            <a:picLocks noChangeAspect="1"/>
          </p:cNvPicPr>
          <p:nvPr/>
        </p:nvPicPr>
        <p:blipFill>
          <a:blip r:embed="rId3"/>
          <a:stretch>
            <a:fillRect/>
          </a:stretch>
        </p:blipFill>
        <p:spPr>
          <a:xfrm>
            <a:off x="3131840" y="176770"/>
            <a:ext cx="2880320" cy="6504459"/>
          </a:xfrm>
          <a:prstGeom prst="rect">
            <a:avLst/>
          </a:prstGeom>
        </p:spPr>
      </p:pic>
    </p:spTree>
    <p:extLst>
      <p:ext uri="{BB962C8B-B14F-4D97-AF65-F5344CB8AC3E}">
        <p14:creationId xmlns:p14="http://schemas.microsoft.com/office/powerpoint/2010/main" val="38593040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169277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335C31C3-D68F-A887-618B-D08F666D01F8}"/>
              </a:ext>
            </a:extLst>
          </p:cNvPr>
          <p:cNvPicPr>
            <a:picLocks noChangeAspect="1"/>
          </p:cNvPicPr>
          <p:nvPr/>
        </p:nvPicPr>
        <p:blipFill>
          <a:blip r:embed="rId3"/>
          <a:stretch>
            <a:fillRect/>
          </a:stretch>
        </p:blipFill>
        <p:spPr>
          <a:xfrm>
            <a:off x="152400" y="582089"/>
            <a:ext cx="8779278" cy="5655223"/>
          </a:xfrm>
          <a:prstGeom prst="rect">
            <a:avLst/>
          </a:prstGeom>
        </p:spPr>
      </p:pic>
    </p:spTree>
    <p:extLst>
      <p:ext uri="{BB962C8B-B14F-4D97-AF65-F5344CB8AC3E}">
        <p14:creationId xmlns:p14="http://schemas.microsoft.com/office/powerpoint/2010/main" val="27716633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5601533"/>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lang="en-US" sz="3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r>
              <a:rPr lang="en-US" sz="3600" dirty="0">
                <a:solidFill>
                  <a:prstClr val="black"/>
                </a:solidFill>
                <a:latin typeface="Arial" panose="020B0604020202020204" pitchFamily="34" charset="0"/>
                <a:ea typeface="Calibri" panose="020F0502020204030204" pitchFamily="34" charset="0"/>
                <a:cs typeface="Times New Roman" panose="02020603050405020304" pitchFamily="18" charset="0"/>
              </a:rPr>
              <a:t>B</a:t>
            </a: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kumimoji="0" lang="en-US" sz="3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lang="en-US" sz="3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r>
              <a:rPr kumimoji="0" lang="en-US" sz="3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Behavioral Diagrams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These represent the dynamic aspects of a system (what it does).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039937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D00DC-7414-30B0-E021-32A15BBF2BE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8ABB46D-4049-8147-1D28-902C50E502A2}"/>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E0BB5730-FDBC-C5C4-7682-674A523A5AA0}"/>
              </a:ext>
            </a:extLst>
          </p:cNvPr>
          <p:cNvSpPr txBox="1">
            <a:spLocks noChangeArrowheads="1"/>
          </p:cNvSpPr>
          <p:nvPr/>
        </p:nvSpPr>
        <p:spPr bwMode="auto">
          <a:xfrm>
            <a:off x="152400" y="152445"/>
            <a:ext cx="8839200" cy="6093976"/>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R="0" lvl="0" algn="just" defTabSz="914400" rtl="0" eaLnBrk="0" fontAlgn="base" latinLnBrk="0" hangingPunct="0">
              <a:lnSpc>
                <a:spcPct val="100000"/>
              </a:lnSpc>
              <a:spcBef>
                <a:spcPts val="0"/>
              </a:spcBef>
              <a:spcAft>
                <a:spcPts val="0"/>
              </a:spcAft>
              <a:buClrTx/>
              <a:buSzTx/>
              <a:buNone/>
              <a:tabLst>
                <a:tab pos="536575" algn="l"/>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1.	Use Case Diagram</a:t>
            </a:r>
          </a:p>
          <a:p>
            <a:pPr marL="361950" marR="0" lvl="0" indent="-361950" algn="just" defTabSz="914400" rtl="0" eaLnBrk="0" fontAlgn="base" latinLnBrk="0" hangingPunct="0">
              <a:lnSpc>
                <a:spcPct val="100000"/>
              </a:lnSpc>
              <a:spcBef>
                <a:spcPts val="0"/>
              </a:spcBef>
              <a:spcAft>
                <a:spcPts val="0"/>
              </a:spcAft>
              <a:buClrTx/>
              <a:buSzTx/>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As the most known diagram type of the behavioral UML types, Use case diagrams give a graphic overview of: </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the actors (external agents) involved in a system, </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different functions needed by those actors, and </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how these different functions interact with each other and with actors.</a:t>
            </a:r>
          </a:p>
          <a:p>
            <a:pPr marR="0" lvl="0" algn="just" defTabSz="914400" rtl="0" eaLnBrk="0" fontAlgn="base" latinLnBrk="0" hangingPunct="0">
              <a:lnSpc>
                <a:spcPct val="100000"/>
              </a:lnSpc>
              <a:spcBef>
                <a:spcPts val="0"/>
              </a:spcBef>
              <a:spcAft>
                <a:spcPts val="0"/>
              </a:spcAft>
              <a:buClrTx/>
              <a:buSzTx/>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defRPr/>
            </a:pPr>
            <a:r>
              <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It’s a great starting point for any project discussion because you can easily identify the main actors involved and the main processes of the system. </a:t>
            </a:r>
          </a:p>
        </p:txBody>
      </p:sp>
    </p:spTree>
    <p:extLst>
      <p:ext uri="{BB962C8B-B14F-4D97-AF65-F5344CB8AC3E}">
        <p14:creationId xmlns:p14="http://schemas.microsoft.com/office/powerpoint/2010/main" val="23104487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6247864"/>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5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500" dirty="0">
                <a:solidFill>
                  <a:prstClr val="black"/>
                </a:solidFill>
                <a:latin typeface="Arial" panose="020B0604020202020204" pitchFamily="34" charset="0"/>
                <a:ea typeface="Calibri" panose="020F0502020204030204" pitchFamily="34" charset="0"/>
                <a:cs typeface="Times New Roman" panose="02020603050405020304" pitchFamily="18" charset="0"/>
              </a:rPr>
              <a:t>A use case diagram gives us a high-level view of what the system or a part of the system does without going into implementation details.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5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It is basically a diagram representing different scenarios where the system can be used.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Use Case diagram represents the functionality of a system from a user's perspective.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5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algn="just">
              <a:spcBef>
                <a:spcPts val="0"/>
              </a:spcBef>
              <a:spcAft>
                <a:spcPts val="0"/>
              </a:spcAft>
              <a:buNone/>
              <a:defRPr/>
            </a:pPr>
            <a:r>
              <a:rPr lang="en-US" sz="2500" dirty="0">
                <a:solidFill>
                  <a:prstClr val="black"/>
                </a:solidFill>
                <a:latin typeface="Arial" panose="020B0604020202020204" pitchFamily="34" charset="0"/>
                <a:ea typeface="Calibri" panose="020F0502020204030204" pitchFamily="34" charset="0"/>
                <a:cs typeface="Times New Roman" panose="02020603050405020304" pitchFamily="18" charset="0"/>
              </a:rPr>
              <a:t>In other words, it describes the high-level view of a system’s functional requirements from a user’s perspective.</a:t>
            </a:r>
          </a:p>
          <a:p>
            <a:pPr algn="just">
              <a:spcBef>
                <a:spcPts val="0"/>
              </a:spcBef>
              <a:spcAft>
                <a:spcPts val="0"/>
              </a:spcAft>
              <a:buNone/>
              <a:defRPr/>
            </a:pPr>
            <a:endParaRPr lang="en-US" sz="25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algn="just">
              <a:spcBef>
                <a:spcPts val="0"/>
              </a:spcBef>
              <a:spcAft>
                <a:spcPts val="0"/>
              </a:spcAft>
              <a:buNone/>
              <a:defRPr/>
            </a:pPr>
            <a:r>
              <a:rPr lang="en-US" sz="2500" dirty="0">
                <a:solidFill>
                  <a:prstClr val="black"/>
                </a:solidFill>
                <a:latin typeface="Arial" panose="020B0604020202020204" pitchFamily="34" charset="0"/>
                <a:ea typeface="Calibri" panose="020F0502020204030204" pitchFamily="34" charset="0"/>
                <a:cs typeface="Times New Roman" panose="02020603050405020304" pitchFamily="18" charset="0"/>
              </a:rPr>
              <a:t>Associated elements includes actors and associations.</a:t>
            </a:r>
          </a:p>
          <a:p>
            <a:pPr algn="just">
              <a:spcBef>
                <a:spcPts val="0"/>
              </a:spcBef>
              <a:spcAft>
                <a:spcPts val="0"/>
              </a:spcAft>
              <a:buNone/>
              <a:defRPr/>
            </a:pPr>
            <a:endParaRPr lang="en-US" sz="25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62003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3C9CD-8FE7-7954-2A34-1AD312D95B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93472F8-48F3-3D05-62E5-9FF966414FDF}"/>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F8F97BF1-ADF4-A350-2166-57B95D020D1B}"/>
              </a:ext>
            </a:extLst>
          </p:cNvPr>
          <p:cNvSpPr txBox="1">
            <a:spLocks noChangeArrowheads="1"/>
          </p:cNvSpPr>
          <p:nvPr/>
        </p:nvSpPr>
        <p:spPr bwMode="auto">
          <a:xfrm>
            <a:off x="152400" y="152445"/>
            <a:ext cx="8839200" cy="347787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R="0" lvl="0" algn="just" defTabSz="914400" rtl="0" eaLnBrk="0" fontAlgn="base" latinLnBrk="0" hangingPunct="0">
              <a:lnSpc>
                <a:spcPct val="100000"/>
              </a:lnSpc>
              <a:spcBef>
                <a:spcPts val="0"/>
              </a:spcBef>
              <a:spcAft>
                <a:spcPts val="0"/>
              </a:spcAft>
              <a:buClrTx/>
              <a:buSzTx/>
              <a:buNone/>
              <a:tabLst/>
              <a:defRPr/>
            </a:pPr>
            <a:r>
              <a:rPr kumimoji="0" lang="en-US" sz="20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Example: Use Case Diagram for ATM System</a:t>
            </a:r>
          </a:p>
          <a:p>
            <a:pPr marR="0" lvl="0" algn="just" defTabSz="914400" rtl="0" eaLnBrk="0" fontAlgn="base" latinLnBrk="0" hangingPunct="0">
              <a:lnSpc>
                <a:spcPct val="100000"/>
              </a:lnSpc>
              <a:spcBef>
                <a:spcPts val="0"/>
              </a:spcBef>
              <a:spcAft>
                <a:spcPts val="0"/>
              </a:spcAft>
              <a:buClrTx/>
              <a:buSzTx/>
              <a:buNone/>
              <a:tabLst/>
              <a:defRPr/>
            </a:pPr>
            <a:endPar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defRPr/>
            </a:pPr>
            <a:r>
              <a:rPr kumimoji="0" lang="en-US" sz="20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Actors: </a:t>
            </a: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Customer, Bank Server</a:t>
            </a:r>
          </a:p>
          <a:p>
            <a:pPr marR="0" lvl="0" algn="just" defTabSz="914400" rtl="0" eaLnBrk="0" fontAlgn="base" latinLnBrk="0" hangingPunct="0">
              <a:lnSpc>
                <a:spcPct val="100000"/>
              </a:lnSpc>
              <a:spcBef>
                <a:spcPts val="0"/>
              </a:spcBef>
              <a:spcAft>
                <a:spcPts val="0"/>
              </a:spcAft>
              <a:buClrTx/>
              <a:buSzTx/>
              <a:buNone/>
              <a:tabLst/>
              <a:defRPr/>
            </a:pPr>
            <a:r>
              <a:rPr kumimoji="0" lang="en-US" sz="20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Use Cases: </a:t>
            </a: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Withdraw Cash, Check Balance, Transfer Funds</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Customer → Withdraw Cash  </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Customer → Check Balance  </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Customer → Transfer Funds  </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Withdraw Cash → Bank Server  </a:t>
            </a:r>
          </a:p>
          <a:p>
            <a:pPr marR="0" lvl="0" algn="just" defTabSz="914400" rtl="0" eaLnBrk="0" fontAlgn="base" latinLnBrk="0" hangingPunct="0">
              <a:lnSpc>
                <a:spcPct val="100000"/>
              </a:lnSpc>
              <a:spcBef>
                <a:spcPts val="0"/>
              </a:spcBef>
              <a:spcAft>
                <a:spcPts val="0"/>
              </a:spcAft>
              <a:buClrTx/>
              <a:buSzTx/>
              <a:buNone/>
              <a:tabLst/>
              <a:defRPr/>
            </a:pPr>
            <a:endPar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defRPr/>
            </a:pP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(Draw a simple diagram using this interaction)</a:t>
            </a:r>
          </a:p>
        </p:txBody>
      </p:sp>
      <p:pic>
        <p:nvPicPr>
          <p:cNvPr id="3" name="Picture 2" descr="A diagram of a bank">
            <a:extLst>
              <a:ext uri="{FF2B5EF4-FFF2-40B4-BE49-F238E27FC236}">
                <a16:creationId xmlns:a16="http://schemas.microsoft.com/office/drawing/2014/main" id="{5B025C79-FAAB-2DF4-12AF-423939A1F8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3782765"/>
            <a:ext cx="6624736" cy="2922791"/>
          </a:xfrm>
          <a:prstGeom prst="rect">
            <a:avLst/>
          </a:prstGeom>
        </p:spPr>
      </p:pic>
    </p:spTree>
    <p:extLst>
      <p:ext uri="{BB962C8B-B14F-4D97-AF65-F5344CB8AC3E}">
        <p14:creationId xmlns:p14="http://schemas.microsoft.com/office/powerpoint/2010/main" val="19739303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EAEF-9AC5-4F55-9EF0-EFA53ECED0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E1956ED-8BB9-4B2A-0C03-F9D7B7036DE7}"/>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056E9C83-792D-E5C5-C236-D19C792051F6}"/>
              </a:ext>
            </a:extLst>
          </p:cNvPr>
          <p:cNvSpPr txBox="1">
            <a:spLocks noChangeArrowheads="1"/>
          </p:cNvSpPr>
          <p:nvPr/>
        </p:nvSpPr>
        <p:spPr bwMode="auto">
          <a:xfrm>
            <a:off x="152400" y="152445"/>
            <a:ext cx="8839200" cy="347787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R="0" lvl="0" algn="just" defTabSz="914400" rtl="0" eaLnBrk="0" fontAlgn="base" latinLnBrk="0" hangingPunct="0">
              <a:lnSpc>
                <a:spcPct val="100000"/>
              </a:lnSpc>
              <a:spcBef>
                <a:spcPts val="0"/>
              </a:spcBef>
              <a:spcAft>
                <a:spcPts val="0"/>
              </a:spcAft>
              <a:buClrTx/>
              <a:buSzTx/>
              <a:buNone/>
              <a:tabLst/>
              <a:defRPr/>
            </a:pPr>
            <a:r>
              <a:rPr kumimoji="0" lang="en-US" sz="20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Example: Use Case Diagram for ATM System</a:t>
            </a:r>
          </a:p>
          <a:p>
            <a:pPr marR="0" lvl="0" algn="just" defTabSz="914400" rtl="0" eaLnBrk="0" fontAlgn="base" latinLnBrk="0" hangingPunct="0">
              <a:lnSpc>
                <a:spcPct val="100000"/>
              </a:lnSpc>
              <a:spcBef>
                <a:spcPts val="0"/>
              </a:spcBef>
              <a:spcAft>
                <a:spcPts val="0"/>
              </a:spcAft>
              <a:buClrTx/>
              <a:buSzTx/>
              <a:buNone/>
              <a:tabLst/>
              <a:defRPr/>
            </a:pPr>
            <a:endPar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defRPr/>
            </a:pPr>
            <a:r>
              <a:rPr kumimoji="0" lang="en-US" sz="20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Actors: </a:t>
            </a: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Customer, Bank Server</a:t>
            </a:r>
          </a:p>
          <a:p>
            <a:pPr marR="0" lvl="0" algn="just" defTabSz="914400" rtl="0" eaLnBrk="0" fontAlgn="base" latinLnBrk="0" hangingPunct="0">
              <a:lnSpc>
                <a:spcPct val="100000"/>
              </a:lnSpc>
              <a:spcBef>
                <a:spcPts val="0"/>
              </a:spcBef>
              <a:spcAft>
                <a:spcPts val="0"/>
              </a:spcAft>
              <a:buClrTx/>
              <a:buSzTx/>
              <a:buNone/>
              <a:tabLst/>
              <a:defRPr/>
            </a:pPr>
            <a:r>
              <a:rPr kumimoji="0" lang="en-US" sz="20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Use Cases: </a:t>
            </a: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Withdraw Cash, Check Balance, Transfer Funds</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Customer → Withdraw Cash  </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Customer → Check Balance  </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Customer → Transfer Funds  </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Withdraw Cash → Bank Server  </a:t>
            </a:r>
          </a:p>
          <a:p>
            <a:pPr marR="0" lvl="0" algn="just" defTabSz="914400" rtl="0" eaLnBrk="0" fontAlgn="base" latinLnBrk="0" hangingPunct="0">
              <a:lnSpc>
                <a:spcPct val="100000"/>
              </a:lnSpc>
              <a:spcBef>
                <a:spcPts val="0"/>
              </a:spcBef>
              <a:spcAft>
                <a:spcPts val="0"/>
              </a:spcAft>
              <a:buClrTx/>
              <a:buSzTx/>
              <a:buNone/>
              <a:tabLst/>
              <a:defRPr/>
            </a:pPr>
            <a:endPar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defRPr/>
            </a:pP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(Draw a simple diagram using this interaction)</a:t>
            </a:r>
          </a:p>
        </p:txBody>
      </p:sp>
      <p:pic>
        <p:nvPicPr>
          <p:cNvPr id="5" name="Picture 4" descr="A diagram of a diagram">
            <a:extLst>
              <a:ext uri="{FF2B5EF4-FFF2-40B4-BE49-F238E27FC236}">
                <a16:creationId xmlns:a16="http://schemas.microsoft.com/office/drawing/2014/main" id="{D6F07E62-89DA-8D93-2630-CC5C5E4DD9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299" y="3933056"/>
            <a:ext cx="7707339" cy="2016224"/>
          </a:xfrm>
          <a:prstGeom prst="rect">
            <a:avLst/>
          </a:prstGeom>
        </p:spPr>
      </p:pic>
    </p:spTree>
    <p:extLst>
      <p:ext uri="{BB962C8B-B14F-4D97-AF65-F5344CB8AC3E}">
        <p14:creationId xmlns:p14="http://schemas.microsoft.com/office/powerpoint/2010/main" val="25517222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169277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D7738B32-E07A-1E3B-C24D-06226808FFD4}"/>
              </a:ext>
            </a:extLst>
          </p:cNvPr>
          <p:cNvPicPr>
            <a:picLocks noChangeAspect="1"/>
          </p:cNvPicPr>
          <p:nvPr/>
        </p:nvPicPr>
        <p:blipFill>
          <a:blip r:embed="rId3"/>
          <a:stretch>
            <a:fillRect/>
          </a:stretch>
        </p:blipFill>
        <p:spPr>
          <a:xfrm>
            <a:off x="899592" y="148427"/>
            <a:ext cx="7344816" cy="6561146"/>
          </a:xfrm>
          <a:prstGeom prst="rect">
            <a:avLst/>
          </a:prstGeom>
        </p:spPr>
      </p:pic>
    </p:spTree>
    <p:extLst>
      <p:ext uri="{BB962C8B-B14F-4D97-AF65-F5344CB8AC3E}">
        <p14:creationId xmlns:p14="http://schemas.microsoft.com/office/powerpoint/2010/main" val="29757979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6186309"/>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200" b="1" dirty="0">
                <a:solidFill>
                  <a:prstClr val="black"/>
                </a:solidFill>
                <a:latin typeface="Arial" panose="020B0604020202020204" pitchFamily="34" charset="0"/>
                <a:ea typeface="Calibri" panose="020F0502020204030204" pitchFamily="34" charset="0"/>
                <a:cs typeface="Times New Roman" panose="02020603050405020304" pitchFamily="18" charset="0"/>
              </a:rPr>
              <a:t>2</a:t>
            </a:r>
            <a:r>
              <a:rPr kumimoji="0" lang="en-US" sz="22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r>
              <a:rPr lang="en-US" sz="2200" b="1" dirty="0">
                <a:solidFill>
                  <a:prstClr val="black"/>
                </a:solidFill>
                <a:latin typeface="Arial" panose="020B0604020202020204" pitchFamily="34" charset="0"/>
                <a:ea typeface="Calibri" panose="020F0502020204030204" pitchFamily="34" charset="0"/>
                <a:cs typeface="Times New Roman" panose="02020603050405020304" pitchFamily="18" charset="0"/>
              </a:rPr>
              <a:t>Sequence</a:t>
            </a:r>
            <a:r>
              <a:rPr kumimoji="0" lang="en-US" sz="22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Diagram</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2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2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Sequence diagrams in UML show how objects / components interact with each other and the order in which those interactions occur.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2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They </a:t>
            </a:r>
            <a:r>
              <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rPr>
              <a:t>show</a:t>
            </a:r>
            <a:r>
              <a:rPr kumimoji="0" lang="en-US" sz="22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the sequence of calls, returns, and events for a specific functionality or scenario, in the system.</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rPr>
              <a:t>Sequence diagrams describe how and in what order the objects in a system function.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2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It’s important to note that they show the interactions for a particular scenario.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2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The processes are represented vertically, and interactions are shown as arrows.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2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Associated elements include lifelines, messages, and activation bars.</a:t>
            </a:r>
          </a:p>
        </p:txBody>
      </p:sp>
    </p:spTree>
    <p:extLst>
      <p:ext uri="{BB962C8B-B14F-4D97-AF65-F5344CB8AC3E}">
        <p14:creationId xmlns:p14="http://schemas.microsoft.com/office/powerpoint/2010/main" val="8460691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6946C-1012-61A0-9BB6-72930646B4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99E490E-31D2-52BB-E4AF-0780434A4BA4}"/>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3312CB95-8EFA-252B-C386-47D327266E0B}"/>
              </a:ext>
            </a:extLst>
          </p:cNvPr>
          <p:cNvSpPr txBox="1">
            <a:spLocks noChangeArrowheads="1"/>
          </p:cNvSpPr>
          <p:nvPr/>
        </p:nvSpPr>
        <p:spPr bwMode="auto">
          <a:xfrm>
            <a:off x="152400" y="152445"/>
            <a:ext cx="8839200" cy="4031873"/>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898525" marR="0" lvl="0" indent="-898525" algn="just" defTabSz="914400" rtl="0" eaLnBrk="0" fontAlgn="base" latinLnBrk="0" hangingPunct="0">
              <a:lnSpc>
                <a:spcPct val="100000"/>
              </a:lnSpc>
              <a:spcBef>
                <a:spcPts val="0"/>
              </a:spcBef>
              <a:spcAft>
                <a:spcPts val="0"/>
              </a:spcAft>
              <a:buClrTx/>
              <a:buSz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Examples: </a:t>
            </a:r>
          </a:p>
          <a:p>
            <a:pPr marL="898525" marR="0" lvl="0" indent="-898525" algn="just" defTabSz="914400" rtl="0" eaLnBrk="0" fontAlgn="base" latinLnBrk="0" hangingPunct="0">
              <a:lnSpc>
                <a:spcPct val="100000"/>
              </a:lnSpc>
              <a:spcBef>
                <a:spcPts val="0"/>
              </a:spcBef>
              <a:spcAft>
                <a:spcPts val="0"/>
              </a:spcAft>
              <a:buClrTx/>
              <a:buSzTx/>
              <a:buNone/>
              <a:tabLst>
                <a:tab pos="536575" algn="l"/>
              </a:tabLst>
              <a:defRPr/>
            </a:pPr>
            <a:endParaRPr lang="en-US" sz="24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898525" marR="0" lvl="0" indent="-898525" algn="just" defTabSz="914400" rtl="0" eaLnBrk="0" fontAlgn="base" latinLnBrk="0" hangingPunct="0">
              <a:lnSpc>
                <a:spcPct val="100000"/>
              </a:lnSpc>
              <a:spcBef>
                <a:spcPts val="0"/>
              </a:spcBef>
              <a:spcAft>
                <a:spcPts val="0"/>
              </a:spcAft>
              <a:buClrTx/>
              <a:buSzTx/>
              <a:buNone/>
              <a:tabLst>
                <a:tab pos="536575" algn="l"/>
              </a:tabLst>
              <a:defRPr/>
            </a:pPr>
            <a:r>
              <a:rPr lang="en-US" sz="2400" b="1"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Customer → ATM → Bank Server </a:t>
            </a:r>
          </a:p>
          <a:p>
            <a:pPr marL="898525" marR="0" lvl="0" indent="-182563" algn="just" defTabSz="914400" rtl="0" eaLnBrk="0" fontAlgn="base" latinLnBrk="0" hangingPunct="0">
              <a:lnSpc>
                <a:spcPct val="100000"/>
              </a:lnSpc>
              <a:spcBef>
                <a:spcPts val="0"/>
              </a:spcBef>
              <a:spcAft>
                <a:spcPts val="0"/>
              </a:spcAft>
              <a:buClrTx/>
              <a:buSzTx/>
              <a:buNone/>
              <a:tabLst>
                <a:tab pos="536575" algn="l"/>
              </a:tabLst>
              <a:defRPr/>
            </a:pPr>
            <a:r>
              <a:rPr kumimoji="0" lang="en-US" sz="20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(for a Withdraw Cash operation).</a:t>
            </a:r>
          </a:p>
          <a:p>
            <a:pPr marR="0" lvl="0" algn="just" defTabSz="914400" rtl="0" eaLnBrk="0" fontAlgn="base" latinLnBrk="0" hangingPunct="0">
              <a:lnSpc>
                <a:spcPct val="100000"/>
              </a:lnSpc>
              <a:spcBef>
                <a:spcPts val="0"/>
              </a:spcBef>
              <a:spcAft>
                <a:spcPts val="0"/>
              </a:spcAft>
              <a:buClrTx/>
              <a:buSzTx/>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defRPr/>
            </a:pPr>
            <a:r>
              <a:rPr lang="en-US" sz="2400" dirty="0">
                <a:latin typeface="Arial" panose="020B0604020202020204" pitchFamily="34" charset="0"/>
              </a:rPr>
              <a:t>User logs in → System validates → System loads dashboard</a:t>
            </a:r>
            <a:endParaRPr lang="en-US" sz="2400" dirty="0">
              <a:solidFill>
                <a:prstClr val="black"/>
              </a:solidFill>
              <a:latin typeface="Arial" panose="020B0604020202020204" pitchFamily="34" charset="0"/>
              <a:ea typeface="Calibri" panose="020F0502020204030204" pitchFamily="34" charset="0"/>
            </a:endParaRPr>
          </a:p>
          <a:p>
            <a:pPr marL="715963" marR="0" lvl="0" algn="just" defTabSz="914400" rtl="0" eaLnBrk="0" fontAlgn="base" latinLnBrk="0" hangingPunct="0">
              <a:lnSpc>
                <a:spcPct val="100000"/>
              </a:lnSpc>
              <a:spcBef>
                <a:spcPts val="0"/>
              </a:spcBef>
              <a:spcAft>
                <a:spcPts val="0"/>
              </a:spcAft>
              <a:buClrTx/>
              <a:buSzTx/>
              <a:buNone/>
              <a:tabLst/>
              <a:defRPr/>
            </a:pPr>
            <a:r>
              <a:rPr lang="en-US" sz="2000" dirty="0">
                <a:solidFill>
                  <a:prstClr val="black"/>
                </a:solidFill>
                <a:latin typeface="Arial" panose="020B0604020202020204" pitchFamily="34" charset="0"/>
                <a:ea typeface="Calibri" panose="020F0502020204030204" pitchFamily="34" charset="0"/>
                <a:cs typeface="Times New Roman" panose="02020603050405020304" pitchFamily="18" charset="0"/>
              </a:rPr>
              <a:t>(shown as messages between User, Login Service, and Database).</a:t>
            </a:r>
          </a:p>
          <a:p>
            <a:pPr marR="0" lvl="0" algn="just" defTabSz="914400" rtl="0" eaLnBrk="0" fontAlgn="base" latinLnBrk="0" hangingPunct="0">
              <a:lnSpc>
                <a:spcPct val="100000"/>
              </a:lnSpc>
              <a:spcBef>
                <a:spcPts val="0"/>
              </a:spcBef>
              <a:spcAft>
                <a:spcPts val="0"/>
              </a:spcAft>
              <a:buClrTx/>
              <a:buSzTx/>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Another example in graphical format:</a:t>
            </a:r>
          </a:p>
        </p:txBody>
      </p:sp>
      <p:pic>
        <p:nvPicPr>
          <p:cNvPr id="2" name="Picture 1" descr="A diagram of a atm&#10;&#10;AI-generated content may be incorrect.">
            <a:extLst>
              <a:ext uri="{FF2B5EF4-FFF2-40B4-BE49-F238E27FC236}">
                <a16:creationId xmlns:a16="http://schemas.microsoft.com/office/drawing/2014/main" id="{2856CE91-1CED-8F74-3149-CC9746156F4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202" y="4160302"/>
            <a:ext cx="9097596" cy="2016224"/>
          </a:xfrm>
          <a:prstGeom prst="rect">
            <a:avLst/>
          </a:prstGeom>
          <a:noFill/>
          <a:ln>
            <a:noFill/>
          </a:ln>
        </p:spPr>
      </p:pic>
    </p:spTree>
    <p:extLst>
      <p:ext uri="{BB962C8B-B14F-4D97-AF65-F5344CB8AC3E}">
        <p14:creationId xmlns:p14="http://schemas.microsoft.com/office/powerpoint/2010/main" val="16321848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65A46072-4CC9-0A52-C883-7DF48DF944B7}"/>
              </a:ext>
            </a:extLst>
          </p:cNvPr>
          <p:cNvPicPr>
            <a:picLocks noChangeAspect="1"/>
          </p:cNvPicPr>
          <p:nvPr/>
        </p:nvPicPr>
        <p:blipFill>
          <a:blip r:embed="rId3"/>
          <a:stretch>
            <a:fillRect/>
          </a:stretch>
        </p:blipFill>
        <p:spPr>
          <a:xfrm>
            <a:off x="139870" y="1052736"/>
            <a:ext cx="8839200" cy="4739092"/>
          </a:xfrm>
          <a:prstGeom prst="rect">
            <a:avLst/>
          </a:prstGeom>
        </p:spPr>
      </p:pic>
    </p:spTree>
    <p:extLst>
      <p:ext uri="{BB962C8B-B14F-4D97-AF65-F5344CB8AC3E}">
        <p14:creationId xmlns:p14="http://schemas.microsoft.com/office/powerpoint/2010/main" val="8795330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637097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400" b="1" dirty="0">
                <a:solidFill>
                  <a:prstClr val="black"/>
                </a:solidFill>
                <a:latin typeface="Arial" panose="020B0604020202020204" pitchFamily="34" charset="0"/>
                <a:ea typeface="Calibri" panose="020F0502020204030204" pitchFamily="34" charset="0"/>
                <a:cs typeface="Times New Roman" panose="02020603050405020304" pitchFamily="18" charset="0"/>
              </a:rPr>
              <a:t>3. Activity Diagram</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4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Activity diagrams represent workflow of a system. It models the flow of activities or business processes.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They can be used to describe the business workflow or the operational workflow of any component in a system.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They focuses</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on what happens next, rather than who performs them. It is about “What steps happen in this process?”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Activity Diagram models the flow of activities within a system. It represents workflows of stepwise activities and actions.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The flow or steps involved may be sequential or concurrent. It also provides for conditions, loops, forks, joins.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745280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F27A0-5BBB-2815-F3D8-2E2E838F750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C6AE1B9-2EB8-2CC9-34F2-07261E089BC4}"/>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0C3467DD-0806-D61A-9669-9CE5FD70BADB}"/>
              </a:ext>
            </a:extLst>
          </p:cNvPr>
          <p:cNvSpPr txBox="1">
            <a:spLocks noChangeArrowheads="1"/>
          </p:cNvSpPr>
          <p:nvPr/>
        </p:nvSpPr>
        <p:spPr bwMode="auto">
          <a:xfrm>
            <a:off x="152400" y="152445"/>
            <a:ext cx="8839200" cy="5262979"/>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R="0" lvl="0" algn="just" defTabSz="914400" rtl="0" eaLnBrk="0" fontAlgn="base" latinLnBrk="0" hangingPunct="0">
              <a:lnSpc>
                <a:spcPct val="100000"/>
              </a:lnSpc>
              <a:spcBef>
                <a:spcPts val="0"/>
              </a:spcBef>
              <a:spcAft>
                <a:spcPts val="0"/>
              </a:spcAft>
              <a:buClrTx/>
              <a:buSzTx/>
              <a:buNone/>
              <a:tabLst>
                <a:tab pos="536575" algn="l"/>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Sometimes activity diagram examples are used as an alternative to State machine diagrams. </a:t>
            </a:r>
          </a:p>
          <a:p>
            <a:pPr marR="0" lvl="0" algn="just" defTabSz="914400" rtl="0" eaLnBrk="0" fontAlgn="base" latinLnBrk="0" hangingPunct="0">
              <a:lnSpc>
                <a:spcPct val="100000"/>
              </a:lnSpc>
              <a:spcBef>
                <a:spcPts val="0"/>
              </a:spcBef>
              <a:spcAft>
                <a:spcPts val="0"/>
              </a:spcAft>
              <a:buClrTx/>
              <a:buSzTx/>
              <a:buNone/>
              <a:tabLst>
                <a:tab pos="536575" algn="l"/>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tab pos="536575" algn="l"/>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Associated elements include activities, transitions, decisions, start and end nodes.</a:t>
            </a:r>
          </a:p>
          <a:p>
            <a:pPr marR="0" lvl="0" algn="just" defTabSz="914400" rtl="0" eaLnBrk="0" fontAlgn="base" latinLnBrk="0" hangingPunct="0">
              <a:lnSpc>
                <a:spcPct val="100000"/>
              </a:lnSpc>
              <a:spcBef>
                <a:spcPts val="0"/>
              </a:spcBef>
              <a:spcAft>
                <a:spcPts val="0"/>
              </a:spcAft>
              <a:buClrTx/>
              <a:buSzTx/>
              <a:buNone/>
              <a:tabLst>
                <a:tab pos="536575" algn="l"/>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898525" marR="0" lvl="0" indent="-898525" algn="just" defTabSz="914400" rtl="0" eaLnBrk="0" fontAlgn="base" latinLnBrk="0" hangingPunct="0">
              <a:lnSpc>
                <a:spcPct val="100000"/>
              </a:lnSpc>
              <a:spcBef>
                <a:spcPts val="0"/>
              </a:spcBef>
              <a:spcAft>
                <a:spcPts val="0"/>
              </a:spcAft>
              <a:buClrTx/>
              <a:buSzTx/>
              <a:buNone/>
              <a:tabLst/>
              <a:defRPr/>
            </a:pPr>
            <a:r>
              <a:rPr lang="en-US" sz="2400" b="1" dirty="0">
                <a:solidFill>
                  <a:prstClr val="black"/>
                </a:solidFill>
                <a:latin typeface="Arial" panose="020B0604020202020204" pitchFamily="34" charset="0"/>
                <a:ea typeface="Calibri" panose="020F0502020204030204" pitchFamily="34" charset="0"/>
                <a:cs typeface="Times New Roman" panose="02020603050405020304" pitchFamily="18" charset="0"/>
              </a:rPr>
              <a:t>Example:</a:t>
            </a:r>
          </a:p>
          <a:p>
            <a:pPr marL="898525" marR="0" lvl="0" indent="-898525" algn="just" defTabSz="914400" rtl="0" eaLnBrk="0" fontAlgn="base" latinLnBrk="0" hangingPunct="0">
              <a:lnSpc>
                <a:spcPct val="100000"/>
              </a:lnSpc>
              <a:spcBef>
                <a:spcPts val="0"/>
              </a:spcBef>
              <a:spcAft>
                <a:spcPts val="0"/>
              </a:spcAft>
              <a:buClrTx/>
              <a:buSzTx/>
              <a:buNone/>
              <a:tabLst/>
              <a:defRPr/>
            </a:pPr>
            <a:r>
              <a:rPr lang="en-US" sz="2400" b="1"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p>
          <a:p>
            <a:pPr marL="898525" marR="0" lvl="0" indent="-898525" algn="just" defTabSz="914400" rtl="0" eaLnBrk="0" fontAlgn="base" latinLnBrk="0" hangingPunct="0">
              <a:lnSpc>
                <a:spcPct val="100000"/>
              </a:lnSpc>
              <a:spcBef>
                <a:spcPts val="0"/>
              </a:spcBef>
              <a:spcAft>
                <a:spcPts val="0"/>
              </a:spcAft>
              <a:buClrTx/>
              <a:buSzTx/>
              <a:buNone/>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User login workflow: Enter → Validate → Grant/Deny Access.</a:t>
            </a:r>
          </a:p>
          <a:p>
            <a:pPr marL="898525" marR="0" lvl="0" indent="-898525" algn="just" defTabSz="914400" rtl="0" eaLnBrk="0" fontAlgn="base" latinLnBrk="0" hangingPunct="0">
              <a:lnSpc>
                <a:spcPct val="100000"/>
              </a:lnSpc>
              <a:spcBef>
                <a:spcPts val="0"/>
              </a:spcBef>
              <a:spcAft>
                <a:spcPts val="0"/>
              </a:spcAft>
              <a:buClrTx/>
              <a:buSzTx/>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898525" marR="0" lvl="0" indent="-898525" algn="just" defTabSz="914400" rtl="0" eaLnBrk="0" fontAlgn="base" latinLnBrk="0" hangingPunct="0">
              <a:lnSpc>
                <a:spcPct val="100000"/>
              </a:lnSpc>
              <a:spcBef>
                <a:spcPts val="0"/>
              </a:spcBef>
              <a:spcAft>
                <a:spcPts val="0"/>
              </a:spcAft>
              <a:buClrTx/>
              <a:buSzTx/>
              <a:buNone/>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Customer places order → System checks stock → If in stock, ship order; else, notify customer.</a:t>
            </a:r>
          </a:p>
          <a:p>
            <a:pPr marL="898525" marR="0" lvl="0" indent="-898525" algn="just" defTabSz="914400" rtl="0" eaLnBrk="0" fontAlgn="base" latinLnBrk="0" hangingPunct="0">
              <a:lnSpc>
                <a:spcPct val="100000"/>
              </a:lnSpc>
              <a:spcBef>
                <a:spcPts val="0"/>
              </a:spcBef>
              <a:spcAft>
                <a:spcPts val="0"/>
              </a:spcAft>
              <a:buClrTx/>
              <a:buSzTx/>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898525" marR="0" lvl="0" indent="-898525" algn="just" defTabSz="914400" rtl="0" eaLnBrk="0" fontAlgn="base" latinLnBrk="0" hangingPunct="0">
              <a:lnSpc>
                <a:spcPct val="100000"/>
              </a:lnSpc>
              <a:spcBef>
                <a:spcPts val="0"/>
              </a:spcBef>
              <a:spcAft>
                <a:spcPts val="0"/>
              </a:spcAft>
              <a:buClrTx/>
              <a:buSzTx/>
              <a:buNone/>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Another example in graphical format:</a:t>
            </a:r>
          </a:p>
        </p:txBody>
      </p:sp>
      <p:pic>
        <p:nvPicPr>
          <p:cNvPr id="2" name="Picture 1">
            <a:extLst>
              <a:ext uri="{FF2B5EF4-FFF2-40B4-BE49-F238E27FC236}">
                <a16:creationId xmlns:a16="http://schemas.microsoft.com/office/drawing/2014/main" id="{D7B144F4-6012-C30B-A31F-CCE36D48C5C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265" y="5437872"/>
            <a:ext cx="8931469" cy="655320"/>
          </a:xfrm>
          <a:prstGeom prst="rect">
            <a:avLst/>
          </a:prstGeom>
          <a:noFill/>
          <a:ln>
            <a:noFill/>
          </a:ln>
        </p:spPr>
      </p:pic>
    </p:spTree>
    <p:extLst>
      <p:ext uri="{BB962C8B-B14F-4D97-AF65-F5344CB8AC3E}">
        <p14:creationId xmlns:p14="http://schemas.microsoft.com/office/powerpoint/2010/main" val="26290120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0199748E-1C90-7C65-3546-1F7428828188}"/>
              </a:ext>
            </a:extLst>
          </p:cNvPr>
          <p:cNvPicPr>
            <a:picLocks noChangeAspect="1"/>
          </p:cNvPicPr>
          <p:nvPr/>
        </p:nvPicPr>
        <p:blipFill>
          <a:blip r:embed="rId3"/>
          <a:stretch>
            <a:fillRect/>
          </a:stretch>
        </p:blipFill>
        <p:spPr>
          <a:xfrm>
            <a:off x="3419872" y="109916"/>
            <a:ext cx="2304256" cy="6638170"/>
          </a:xfrm>
          <a:prstGeom prst="rect">
            <a:avLst/>
          </a:prstGeom>
        </p:spPr>
      </p:pic>
    </p:spTree>
    <p:extLst>
      <p:ext uri="{BB962C8B-B14F-4D97-AF65-F5344CB8AC3E}">
        <p14:creationId xmlns:p14="http://schemas.microsoft.com/office/powerpoint/2010/main" val="12454441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169277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0226BF0E-0EC1-CA91-CAA5-23176023A525}"/>
              </a:ext>
            </a:extLst>
          </p:cNvPr>
          <p:cNvPicPr>
            <a:picLocks noChangeAspect="1"/>
          </p:cNvPicPr>
          <p:nvPr/>
        </p:nvPicPr>
        <p:blipFill>
          <a:blip r:embed="rId3"/>
          <a:stretch>
            <a:fillRect/>
          </a:stretch>
        </p:blipFill>
        <p:spPr>
          <a:xfrm>
            <a:off x="3790950" y="2714625"/>
            <a:ext cx="1562100" cy="1428750"/>
          </a:xfrm>
          <a:prstGeom prst="rect">
            <a:avLst/>
          </a:prstGeom>
        </p:spPr>
      </p:pic>
      <p:pic>
        <p:nvPicPr>
          <p:cNvPr id="3" name="Picture 2">
            <a:extLst>
              <a:ext uri="{FF2B5EF4-FFF2-40B4-BE49-F238E27FC236}">
                <a16:creationId xmlns:a16="http://schemas.microsoft.com/office/drawing/2014/main" id="{98AEDC5A-715D-F7F5-BB67-F8B4F07BCB1D}"/>
              </a:ext>
            </a:extLst>
          </p:cNvPr>
          <p:cNvPicPr>
            <a:picLocks noChangeAspect="1"/>
          </p:cNvPicPr>
          <p:nvPr/>
        </p:nvPicPr>
        <p:blipFill>
          <a:blip r:embed="rId4"/>
          <a:stretch>
            <a:fillRect/>
          </a:stretch>
        </p:blipFill>
        <p:spPr>
          <a:xfrm>
            <a:off x="1209972" y="0"/>
            <a:ext cx="6724055" cy="6858000"/>
          </a:xfrm>
          <a:prstGeom prst="rect">
            <a:avLst/>
          </a:prstGeom>
        </p:spPr>
      </p:pic>
    </p:spTree>
    <p:extLst>
      <p:ext uri="{BB962C8B-B14F-4D97-AF65-F5344CB8AC3E}">
        <p14:creationId xmlns:p14="http://schemas.microsoft.com/office/powerpoint/2010/main" val="32683559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6463308"/>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300" b="1" dirty="0">
                <a:solidFill>
                  <a:prstClr val="black"/>
                </a:solidFill>
                <a:latin typeface="Arial" panose="020B0604020202020204" pitchFamily="34" charset="0"/>
                <a:ea typeface="Calibri" panose="020F0502020204030204" pitchFamily="34" charset="0"/>
                <a:cs typeface="Times New Roman" panose="02020603050405020304" pitchFamily="18" charset="0"/>
              </a:rPr>
              <a:t>4. State machine diagrams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3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300" dirty="0">
                <a:solidFill>
                  <a:prstClr val="black"/>
                </a:solidFill>
                <a:latin typeface="Arial" panose="020B0604020202020204" pitchFamily="34" charset="0"/>
                <a:ea typeface="Calibri" panose="020F0502020204030204" pitchFamily="34" charset="0"/>
                <a:cs typeface="Times New Roman" panose="02020603050405020304" pitchFamily="18" charset="0"/>
              </a:rPr>
              <a:t>State machine diagrams are similar to activity diagrams, although notations and usage may be different.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3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300" dirty="0">
                <a:solidFill>
                  <a:prstClr val="black"/>
                </a:solidFill>
                <a:latin typeface="Arial" panose="020B0604020202020204" pitchFamily="34" charset="0"/>
                <a:ea typeface="Calibri" panose="020F0502020204030204" pitchFamily="34" charset="0"/>
                <a:cs typeface="Times New Roman" panose="02020603050405020304" pitchFamily="18" charset="0"/>
              </a:rPr>
              <a:t>They are sometimes known as State Chart Diagrams or simply State Diagrams.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3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300" dirty="0">
                <a:solidFill>
                  <a:prstClr val="black"/>
                </a:solidFill>
                <a:latin typeface="Arial" panose="020B0604020202020204" pitchFamily="34" charset="0"/>
                <a:ea typeface="Calibri" panose="020F0502020204030204" pitchFamily="34" charset="0"/>
                <a:cs typeface="Times New Roman" panose="02020603050405020304" pitchFamily="18" charset="0"/>
              </a:rPr>
              <a:t>A State Machine diagram represents / shows the different states an object or system can be in, and how it transitions from one state to another in response to events.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3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300" dirty="0">
                <a:solidFill>
                  <a:prstClr val="black"/>
                </a:solidFill>
                <a:latin typeface="Arial" panose="020B0604020202020204" pitchFamily="34" charset="0"/>
                <a:ea typeface="Calibri" panose="020F0502020204030204" pitchFamily="34" charset="0"/>
                <a:cs typeface="Times New Roman" panose="02020603050405020304" pitchFamily="18" charset="0"/>
              </a:rPr>
              <a:t>These diagrams are used to describe the behavior of systems that act differently according to the state they are in at the moment.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3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300" dirty="0">
                <a:solidFill>
                  <a:prstClr val="black"/>
                </a:solidFill>
                <a:latin typeface="Arial" panose="020B0604020202020204" pitchFamily="34" charset="0"/>
                <a:ea typeface="Calibri" panose="020F0502020204030204" pitchFamily="34" charset="0"/>
                <a:cs typeface="Times New Roman" panose="02020603050405020304" pitchFamily="18" charset="0"/>
              </a:rPr>
              <a:t>They are used to model the dynamic behavior of a system in response to time and changing internal / external factors. How an object changes states in response to events.</a:t>
            </a:r>
          </a:p>
        </p:txBody>
      </p:sp>
    </p:spTree>
    <p:extLst>
      <p:ext uri="{BB962C8B-B14F-4D97-AF65-F5344CB8AC3E}">
        <p14:creationId xmlns:p14="http://schemas.microsoft.com/office/powerpoint/2010/main" val="31109906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2AAD-D2EF-CE65-7110-B0D0E4EAE99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628D954-C38D-398D-3E49-B70FD62014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B2AF42B9-23B5-83CB-94CD-FA3E519A9A67}"/>
              </a:ext>
            </a:extLst>
          </p:cNvPr>
          <p:cNvSpPr txBox="1">
            <a:spLocks noChangeArrowheads="1"/>
          </p:cNvSpPr>
          <p:nvPr/>
        </p:nvSpPr>
        <p:spPr bwMode="auto">
          <a:xfrm>
            <a:off x="152400" y="152445"/>
            <a:ext cx="8839200" cy="5616922"/>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R="0" lvl="0" algn="just" defTabSz="914400" rtl="0" eaLnBrk="0" fontAlgn="base" latinLnBrk="0" hangingPunct="0">
              <a:lnSpc>
                <a:spcPct val="100000"/>
              </a:lnSpc>
              <a:spcBef>
                <a:spcPts val="0"/>
              </a:spcBef>
              <a:spcAft>
                <a:spcPts val="0"/>
              </a:spcAft>
              <a:buClrTx/>
              <a:buSzTx/>
              <a:buNone/>
              <a:tabLst>
                <a:tab pos="536575" algn="l"/>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A state machine diagram</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focuses on the life cycle of a single object, showing:</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tab pos="536575" algn="l"/>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States it can be in</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tab pos="536575" algn="l"/>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Events that trigger changes</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tab pos="536575" algn="l"/>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Transitions between states</a:t>
            </a:r>
          </a:p>
          <a:p>
            <a:pPr marL="361950" marR="0" lvl="0" indent="-361950" algn="just" defTabSz="914400" rtl="0" eaLnBrk="0" fontAlgn="base" latinLnBrk="0" hangingPunct="0">
              <a:lnSpc>
                <a:spcPct val="100000"/>
              </a:lnSpc>
              <a:spcBef>
                <a:spcPts val="0"/>
              </a:spcBef>
              <a:spcAft>
                <a:spcPts val="0"/>
              </a:spcAft>
              <a:buClrTx/>
              <a:buSzTx/>
              <a:buNone/>
              <a:tabLst>
                <a:tab pos="536575" algn="l"/>
              </a:tabLst>
              <a:defRPr/>
            </a:pP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61950" marR="0" lvl="0" indent="-361950" algn="just" defTabSz="914400" rtl="0" eaLnBrk="0" fontAlgn="base" latinLnBrk="0" hangingPunct="0">
              <a:lnSpc>
                <a:spcPct val="100000"/>
              </a:lnSpc>
              <a:spcBef>
                <a:spcPts val="0"/>
              </a:spcBef>
              <a:spcAft>
                <a:spcPts val="0"/>
              </a:spcAft>
              <a:buClrTx/>
              <a:buSzTx/>
              <a:buNone/>
              <a:tabLst>
                <a:tab pos="536575" algn="l"/>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They are also used in embedded or real-time systems.</a:t>
            </a:r>
          </a:p>
          <a:p>
            <a:pPr marL="361950" marR="0" lvl="0" indent="-361950" algn="just" defTabSz="914400" rtl="0" eaLnBrk="0" fontAlgn="base" latinLnBrk="0" hangingPunct="0">
              <a:lnSpc>
                <a:spcPct val="100000"/>
              </a:lnSpc>
              <a:spcBef>
                <a:spcPts val="0"/>
              </a:spcBef>
              <a:spcAft>
                <a:spcPts val="0"/>
              </a:spcAft>
              <a:buClrTx/>
              <a:buSzTx/>
              <a:buNone/>
              <a:tabLst>
                <a:tab pos="536575" algn="l"/>
              </a:tabLst>
              <a:defRPr/>
            </a:pP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3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Associated elements includes states, transitions, and events.</a:t>
            </a:r>
          </a:p>
          <a:p>
            <a:pPr marR="0" lvl="0" indent="361950" algn="just" defTabSz="914400" rtl="0" eaLnBrk="0" fontAlgn="base" latinLnBrk="0" hangingPunct="0">
              <a:lnSpc>
                <a:spcPct val="100000"/>
              </a:lnSpc>
              <a:spcBef>
                <a:spcPts val="0"/>
              </a:spcBef>
              <a:spcAft>
                <a:spcPts val="0"/>
              </a:spcAft>
              <a:buClrTx/>
              <a:buSzTx/>
              <a:buNone/>
              <a:tabLst>
                <a:tab pos="536575" algn="l"/>
              </a:tabLst>
              <a:defRPr/>
            </a:pP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tab pos="536575" algn="l"/>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Example: </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States of a Traffic Light - Green → Yellow → Red.</a:t>
            </a:r>
          </a:p>
          <a:p>
            <a:pPr marR="0" lvl="0" algn="just" defTabSz="914400" rtl="0" eaLnBrk="0" fontAlgn="base" latinLnBrk="0" hangingPunct="0">
              <a:lnSpc>
                <a:spcPct val="100000"/>
              </a:lnSpc>
              <a:spcBef>
                <a:spcPts val="0"/>
              </a:spcBef>
              <a:spcAft>
                <a:spcPts val="0"/>
              </a:spcAft>
              <a:buClrTx/>
              <a:buSzTx/>
              <a:buNone/>
              <a:tabLst>
                <a:tab pos="536575" algn="l"/>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tab pos="536575" algn="l"/>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00000"/>
              </a:lnSpc>
              <a:spcBef>
                <a:spcPts val="0"/>
              </a:spcBef>
              <a:spcAft>
                <a:spcPts val="0"/>
              </a:spcAft>
              <a:buClrTx/>
              <a:buSzTx/>
              <a:buNone/>
              <a:tabLst>
                <a:tab pos="536575" algn="l"/>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Another example in graphical format:</a:t>
            </a:r>
          </a:p>
          <a:p>
            <a:pPr marR="0" lvl="0" indent="361950" algn="just" defTabSz="914400" rtl="0" eaLnBrk="0" fontAlgn="base" latinLnBrk="0" hangingPunct="0">
              <a:lnSpc>
                <a:spcPct val="100000"/>
              </a:lnSpc>
              <a:spcBef>
                <a:spcPts val="0"/>
              </a:spcBef>
              <a:spcAft>
                <a:spcPts val="0"/>
              </a:spcAft>
              <a:buClrTx/>
              <a:buSzTx/>
              <a:buNone/>
              <a:tabLst>
                <a:tab pos="536575" algn="l"/>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3A7E1837-A114-A772-84F0-AACDFA2950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198" y="5589240"/>
            <a:ext cx="9130802" cy="914400"/>
          </a:xfrm>
          <a:prstGeom prst="rect">
            <a:avLst/>
          </a:prstGeom>
          <a:noFill/>
          <a:ln>
            <a:noFill/>
          </a:ln>
        </p:spPr>
      </p:pic>
    </p:spTree>
    <p:extLst>
      <p:ext uri="{BB962C8B-B14F-4D97-AF65-F5344CB8AC3E}">
        <p14:creationId xmlns:p14="http://schemas.microsoft.com/office/powerpoint/2010/main" val="14465919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9D7C9C5B-0E83-11E9-A494-57148FB004F9}"/>
              </a:ext>
            </a:extLst>
          </p:cNvPr>
          <p:cNvPicPr>
            <a:picLocks noChangeAspect="1"/>
          </p:cNvPicPr>
          <p:nvPr/>
        </p:nvPicPr>
        <p:blipFill>
          <a:blip r:embed="rId3"/>
          <a:stretch>
            <a:fillRect/>
          </a:stretch>
        </p:blipFill>
        <p:spPr>
          <a:xfrm>
            <a:off x="3059832" y="112976"/>
            <a:ext cx="3024336" cy="6632047"/>
          </a:xfrm>
          <a:prstGeom prst="rect">
            <a:avLst/>
          </a:prstGeom>
        </p:spPr>
      </p:pic>
    </p:spTree>
    <p:extLst>
      <p:ext uri="{BB962C8B-B14F-4D97-AF65-F5344CB8AC3E}">
        <p14:creationId xmlns:p14="http://schemas.microsoft.com/office/powerpoint/2010/main" val="6132122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169277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0226BF0E-0EC1-CA91-CAA5-23176023A525}"/>
              </a:ext>
            </a:extLst>
          </p:cNvPr>
          <p:cNvPicPr>
            <a:picLocks noChangeAspect="1"/>
          </p:cNvPicPr>
          <p:nvPr/>
        </p:nvPicPr>
        <p:blipFill>
          <a:blip r:embed="rId3"/>
          <a:stretch>
            <a:fillRect/>
          </a:stretch>
        </p:blipFill>
        <p:spPr>
          <a:xfrm>
            <a:off x="3790950" y="2714625"/>
            <a:ext cx="1562100" cy="1428750"/>
          </a:xfrm>
          <a:prstGeom prst="rect">
            <a:avLst/>
          </a:prstGeom>
        </p:spPr>
      </p:pic>
      <p:pic>
        <p:nvPicPr>
          <p:cNvPr id="5" name="Picture 4">
            <a:extLst>
              <a:ext uri="{FF2B5EF4-FFF2-40B4-BE49-F238E27FC236}">
                <a16:creationId xmlns:a16="http://schemas.microsoft.com/office/drawing/2014/main" id="{61A6B37E-F818-6C74-4E77-187C56211D0D}"/>
              </a:ext>
            </a:extLst>
          </p:cNvPr>
          <p:cNvPicPr>
            <a:picLocks noChangeAspect="1"/>
          </p:cNvPicPr>
          <p:nvPr/>
        </p:nvPicPr>
        <p:blipFill>
          <a:blip r:embed="rId4"/>
          <a:stretch>
            <a:fillRect/>
          </a:stretch>
        </p:blipFill>
        <p:spPr>
          <a:xfrm>
            <a:off x="223938" y="152445"/>
            <a:ext cx="8767662" cy="6607019"/>
          </a:xfrm>
          <a:prstGeom prst="rect">
            <a:avLst/>
          </a:prstGeom>
        </p:spPr>
      </p:pic>
    </p:spTree>
    <p:extLst>
      <p:ext uri="{BB962C8B-B14F-4D97-AF65-F5344CB8AC3E}">
        <p14:creationId xmlns:p14="http://schemas.microsoft.com/office/powerpoint/2010/main" val="27442994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637097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400" b="1" dirty="0">
                <a:solidFill>
                  <a:prstClr val="black"/>
                </a:solidFill>
                <a:latin typeface="Arial" panose="020B0604020202020204" pitchFamily="34" charset="0"/>
                <a:ea typeface="Calibri" panose="020F0502020204030204" pitchFamily="34" charset="0"/>
                <a:cs typeface="Times New Roman" panose="02020603050405020304" pitchFamily="18" charset="0"/>
              </a:rPr>
              <a:t>5. Communication Diagram</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4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In UML 1 they were called collaboration diagrams.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Communication diagrams are similar to sequence diagrams where the emphasis is on time flow of messages.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In contrast, communication diagram emphasizes on links and relationships among participants. It focusses on how objects interact with each other through messages.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The focus is on the structural relationships between the objects rather than just the time order of events.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rPr>
              <a:t>The same information can be represented using a sequence diagram and different objects.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540153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9D7DE-BAE0-AADE-6F1E-3EC1AF5AF58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166011A-8034-68DC-5ECB-168055CCBC39}"/>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F5838BEB-CA39-0B4A-6AAA-7B997B455A3A}"/>
              </a:ext>
            </a:extLst>
          </p:cNvPr>
          <p:cNvSpPr txBox="1">
            <a:spLocks noChangeArrowheads="1"/>
          </p:cNvSpPr>
          <p:nvPr/>
        </p:nvSpPr>
        <p:spPr bwMode="auto">
          <a:xfrm>
            <a:off x="152400" y="152445"/>
            <a:ext cx="8839200" cy="2308324"/>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R="0" lvl="0" algn="just" defTabSz="914400" rtl="0" eaLnBrk="0" fontAlgn="base" latinLnBrk="0" hangingPunct="0">
              <a:lnSpc>
                <a:spcPct val="100000"/>
              </a:lnSpc>
              <a:spcBef>
                <a:spcPts val="0"/>
              </a:spcBef>
              <a:spcAft>
                <a:spcPts val="0"/>
              </a:spcAft>
              <a:buClrTx/>
              <a:buSzTx/>
              <a:buNone/>
              <a:tabLst>
                <a:tab pos="536575" algn="l"/>
              </a:tabLst>
              <a:defRPr/>
            </a:pPr>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898525" marR="0" lvl="0" indent="-536575" algn="just" defTabSz="914400" rtl="0" eaLnBrk="0" fontAlgn="base" latinLnBrk="0" hangingPunct="0">
              <a:lnSpc>
                <a:spcPct val="100000"/>
              </a:lnSpc>
              <a:spcBef>
                <a:spcPts val="0"/>
              </a:spcBef>
              <a:spcAft>
                <a:spcPts val="0"/>
              </a:spcAft>
              <a:buClrTx/>
              <a:buSzTx/>
              <a:buNone/>
              <a:tabLst>
                <a:tab pos="536575" algn="l"/>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Example: </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Objects involved in Send Email operation with message flow between them.</a:t>
            </a:r>
          </a:p>
          <a:p>
            <a:pPr marL="898525" marR="0" lvl="0" indent="-536575" algn="just" defTabSz="914400" rtl="0" eaLnBrk="0" fontAlgn="base" latinLnBrk="0" hangingPunct="0">
              <a:lnSpc>
                <a:spcPct val="100000"/>
              </a:lnSpc>
              <a:spcBef>
                <a:spcPts val="0"/>
              </a:spcBef>
              <a:spcAft>
                <a:spcPts val="0"/>
              </a:spcAft>
              <a:buClrTx/>
              <a:buSzTx/>
              <a:buNone/>
              <a:tabLst>
                <a:tab pos="536575" algn="l"/>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898525" marR="0" lvl="0" indent="-536575" algn="just" defTabSz="914400" rtl="0" eaLnBrk="0" fontAlgn="base" latinLnBrk="0" hangingPunct="0">
              <a:lnSpc>
                <a:spcPct val="100000"/>
              </a:lnSpc>
              <a:spcBef>
                <a:spcPts val="0"/>
              </a:spcBef>
              <a:spcAft>
                <a:spcPts val="0"/>
              </a:spcAft>
              <a:buClrTx/>
              <a:buSzTx/>
              <a:buNone/>
              <a:tabLst>
                <a:tab pos="536575" algn="l"/>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898525" marR="0" lvl="0" indent="-536575" algn="just" defTabSz="914400" rtl="0" eaLnBrk="0" fontAlgn="base" latinLnBrk="0" hangingPunct="0">
              <a:lnSpc>
                <a:spcPct val="100000"/>
              </a:lnSpc>
              <a:spcBef>
                <a:spcPts val="0"/>
              </a:spcBef>
              <a:spcAft>
                <a:spcPts val="0"/>
              </a:spcAft>
              <a:buClrTx/>
              <a:buSzTx/>
              <a:buNone/>
              <a:tabLst>
                <a:tab pos="536575" algn="l"/>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Another example in graphic format:</a:t>
            </a:r>
          </a:p>
        </p:txBody>
      </p:sp>
      <p:pic>
        <p:nvPicPr>
          <p:cNvPr id="2" name="Picture 1" descr="A diagram of a bank server&#10;&#10;AI-generated content may be incorrect.">
            <a:extLst>
              <a:ext uri="{FF2B5EF4-FFF2-40B4-BE49-F238E27FC236}">
                <a16:creationId xmlns:a16="http://schemas.microsoft.com/office/drawing/2014/main" id="{889F4314-B369-4DAC-A1FB-A9B747A7B2B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546585"/>
            <a:ext cx="3158842" cy="4091880"/>
          </a:xfrm>
          <a:prstGeom prst="rect">
            <a:avLst/>
          </a:prstGeom>
          <a:noFill/>
          <a:ln>
            <a:noFill/>
          </a:ln>
        </p:spPr>
      </p:pic>
    </p:spTree>
    <p:extLst>
      <p:ext uri="{BB962C8B-B14F-4D97-AF65-F5344CB8AC3E}">
        <p14:creationId xmlns:p14="http://schemas.microsoft.com/office/powerpoint/2010/main" val="8079117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42814D7-6CD5-8916-05D2-C0068D85CA34}"/>
              </a:ext>
            </a:extLst>
          </p:cNvPr>
          <p:cNvPicPr>
            <a:picLocks noChangeAspect="1"/>
          </p:cNvPicPr>
          <p:nvPr/>
        </p:nvPicPr>
        <p:blipFill>
          <a:blip r:embed="rId3"/>
          <a:stretch>
            <a:fillRect/>
          </a:stretch>
        </p:blipFill>
        <p:spPr>
          <a:xfrm>
            <a:off x="467544" y="127588"/>
            <a:ext cx="8208912" cy="6602823"/>
          </a:xfrm>
          <a:prstGeom prst="rect">
            <a:avLst/>
          </a:prstGeom>
        </p:spPr>
      </p:pic>
    </p:spTree>
    <p:extLst>
      <p:ext uri="{BB962C8B-B14F-4D97-AF65-F5344CB8AC3E}">
        <p14:creationId xmlns:p14="http://schemas.microsoft.com/office/powerpoint/2010/main" val="28981314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5693866"/>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rPr>
              <a:t>6. Timing Diagram</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Timing diagrams are very similar to sequence diagrams.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They represent / show the behavior (changes in state or condition) of objects in a given time frame.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Timing diagrams show time and duration constraints which govern changes in states and behavior of objects.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i="1" dirty="0">
                <a:solidFill>
                  <a:prstClr val="black"/>
                </a:solidFill>
                <a:latin typeface="Arial" panose="020B0604020202020204" pitchFamily="34" charset="0"/>
                <a:ea typeface="Calibri" panose="020F0502020204030204" pitchFamily="34" charset="0"/>
                <a:cs typeface="Times New Roman" panose="02020603050405020304" pitchFamily="18" charset="0"/>
              </a:rPr>
              <a:t>Compare and contrast this with State Machine Diagrams which are used to describe (or to show) the behavior of systems that act differently according to the state they are regardless of the duration of time that has passed. </a:t>
            </a:r>
          </a:p>
        </p:txBody>
      </p:sp>
    </p:spTree>
    <p:extLst>
      <p:ext uri="{BB962C8B-B14F-4D97-AF65-F5344CB8AC3E}">
        <p14:creationId xmlns:p14="http://schemas.microsoft.com/office/powerpoint/2010/main" val="39859217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5BCE5-B5C4-EAE4-9073-10FC2ED891B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876E579-9CC7-8EF3-6786-6CFABA146EE1}"/>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C63431B0-EDE9-8591-7D62-3F29E856DE8F}"/>
              </a:ext>
            </a:extLst>
          </p:cNvPr>
          <p:cNvSpPr txBox="1">
            <a:spLocks noChangeArrowheads="1"/>
          </p:cNvSpPr>
          <p:nvPr/>
        </p:nvSpPr>
        <p:spPr bwMode="auto">
          <a:xfrm>
            <a:off x="152400" y="152445"/>
            <a:ext cx="8839200" cy="5693866"/>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If it is only one object, the Timing Diagram is straight forward.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If there is more than one object that is involved, a Timing Diagram can also used to show interactions between objects during that time frame.</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Associated elements include lifelines, state or condition changes, and time axis.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898525" marR="0" lvl="0" indent="-898525" algn="just" defTabSz="914400" rtl="0" eaLnBrk="0" fontAlgn="base" latinLnBrk="0" hangingPunct="0">
              <a:lnSpc>
                <a:spcPct val="100000"/>
              </a:lnSpc>
              <a:spcBef>
                <a:spcPts val="0"/>
              </a:spcBef>
              <a:spcAft>
                <a:spcPts val="0"/>
              </a:spcAft>
              <a:buClrTx/>
              <a:buSzTx/>
              <a:buNone/>
              <a:tabLst/>
              <a:defRPr/>
            </a:pPr>
            <a:r>
              <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rPr>
              <a:t>Example: </a:t>
            </a: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Object states over time during file upload.</a:t>
            </a:r>
          </a:p>
          <a:p>
            <a:pPr marL="898525" marR="0" lvl="0" indent="-898525" algn="just" defTabSz="914400" rtl="0" eaLnBrk="0" fontAlgn="base" latinLnBrk="0" hangingPunct="0">
              <a:lnSpc>
                <a:spcPct val="100000"/>
              </a:lnSpc>
              <a:spcBef>
                <a:spcPts val="0"/>
              </a:spcBef>
              <a:spcAft>
                <a:spcPts val="0"/>
              </a:spcAft>
              <a:buClrTx/>
              <a:buSzTx/>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898525" marR="0" lvl="0" indent="-898525" algn="just" defTabSz="914400" rtl="0" eaLnBrk="0" fontAlgn="base" latinLnBrk="0" hangingPunct="0">
              <a:lnSpc>
                <a:spcPct val="100000"/>
              </a:lnSpc>
              <a:spcBef>
                <a:spcPts val="0"/>
              </a:spcBef>
              <a:spcAft>
                <a:spcPts val="0"/>
              </a:spcAft>
              <a:buClrTx/>
              <a:buSzTx/>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898525" marR="0" lvl="0" indent="-898525" algn="just" defTabSz="914400" rtl="0" eaLnBrk="0" fontAlgn="base" latinLnBrk="0" hangingPunct="0">
              <a:lnSpc>
                <a:spcPct val="100000"/>
              </a:lnSpc>
              <a:spcBef>
                <a:spcPts val="0"/>
              </a:spcBef>
              <a:spcAft>
                <a:spcPts val="0"/>
              </a:spcAft>
              <a:buClrTx/>
              <a:buSzTx/>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Another example in graphical format:</a:t>
            </a:r>
          </a:p>
        </p:txBody>
      </p:sp>
      <p:pic>
        <p:nvPicPr>
          <p:cNvPr id="2" name="Picture 1">
            <a:extLst>
              <a:ext uri="{FF2B5EF4-FFF2-40B4-BE49-F238E27FC236}">
                <a16:creationId xmlns:a16="http://schemas.microsoft.com/office/drawing/2014/main" id="{700FB986-D39D-DE51-ADDD-D7898C3F645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347" y="5846311"/>
            <a:ext cx="8991600" cy="563880"/>
          </a:xfrm>
          <a:prstGeom prst="rect">
            <a:avLst/>
          </a:prstGeom>
          <a:noFill/>
          <a:ln>
            <a:noFill/>
          </a:ln>
        </p:spPr>
      </p:pic>
    </p:spTree>
    <p:extLst>
      <p:ext uri="{BB962C8B-B14F-4D97-AF65-F5344CB8AC3E}">
        <p14:creationId xmlns:p14="http://schemas.microsoft.com/office/powerpoint/2010/main" val="9685664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D82D572D-B657-A5D4-1D21-EA902720E818}"/>
              </a:ext>
            </a:extLst>
          </p:cNvPr>
          <p:cNvPicPr>
            <a:picLocks noChangeAspect="1"/>
          </p:cNvPicPr>
          <p:nvPr/>
        </p:nvPicPr>
        <p:blipFill>
          <a:blip r:embed="rId3"/>
          <a:stretch>
            <a:fillRect/>
          </a:stretch>
        </p:blipFill>
        <p:spPr>
          <a:xfrm>
            <a:off x="2267744" y="365097"/>
            <a:ext cx="4536504" cy="6032057"/>
          </a:xfrm>
          <a:prstGeom prst="rect">
            <a:avLst/>
          </a:prstGeom>
        </p:spPr>
      </p:pic>
    </p:spTree>
    <p:extLst>
      <p:ext uri="{BB962C8B-B14F-4D97-AF65-F5344CB8AC3E}">
        <p14:creationId xmlns:p14="http://schemas.microsoft.com/office/powerpoint/2010/main" val="20161790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169277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74BF088-5ADA-FED9-A2D7-015824D84F27}"/>
              </a:ext>
            </a:extLst>
          </p:cNvPr>
          <p:cNvPicPr>
            <a:picLocks noChangeAspect="1"/>
          </p:cNvPicPr>
          <p:nvPr/>
        </p:nvPicPr>
        <p:blipFill>
          <a:blip r:embed="rId3"/>
          <a:stretch>
            <a:fillRect/>
          </a:stretch>
        </p:blipFill>
        <p:spPr>
          <a:xfrm>
            <a:off x="1394405" y="0"/>
            <a:ext cx="6355190" cy="6858000"/>
          </a:xfrm>
          <a:prstGeom prst="rect">
            <a:avLst/>
          </a:prstGeom>
        </p:spPr>
      </p:pic>
    </p:spTree>
    <p:extLst>
      <p:ext uri="{BB962C8B-B14F-4D97-AF65-F5344CB8AC3E}">
        <p14:creationId xmlns:p14="http://schemas.microsoft.com/office/powerpoint/2010/main" val="22604188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6186309"/>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200" b="1" dirty="0">
                <a:solidFill>
                  <a:prstClr val="black"/>
                </a:solidFill>
                <a:latin typeface="Arial" panose="020B0604020202020204" pitchFamily="34" charset="0"/>
                <a:ea typeface="Calibri" panose="020F0502020204030204" pitchFamily="34" charset="0"/>
                <a:cs typeface="Times New Roman" panose="02020603050405020304" pitchFamily="18" charset="0"/>
              </a:rPr>
              <a:t>7. Interaction Overview Diagram</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2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rPr>
              <a:t>Interaction overview diagrams are very similar to activity diagrams.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rPr>
              <a:t>While activity diagrams show a sequence of processes, Interaction overview diagrams show a sequence of interaction diagrams.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rPr>
              <a:t>Interaction Overview Diagram combines elements of activity and sequence diagrams.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rPr>
              <a:t>They are a collection of interaction diagrams and the order they happen. They provide an overview of the control flow within a system.</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rPr>
              <a:t>Interaction Overview diagrams may also be said to be combining aspects of activity and sequence diagrams to show control flow overview of the system.</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lang="en-US" sz="2200" dirty="0">
                <a:solidFill>
                  <a:prstClr val="black"/>
                </a:solidFill>
                <a:latin typeface="Arial" panose="020B0604020202020204" pitchFamily="34" charset="0"/>
                <a:ea typeface="Calibri" panose="020F0502020204030204" pitchFamily="34" charset="0"/>
                <a:cs typeface="Times New Roman" panose="02020603050405020304" pitchFamily="18" charset="0"/>
              </a:rPr>
              <a:t>They helps to simplify complex interactions into simpler occurrences. </a:t>
            </a:r>
          </a:p>
        </p:txBody>
      </p:sp>
    </p:spTree>
    <p:extLst>
      <p:ext uri="{BB962C8B-B14F-4D97-AF65-F5344CB8AC3E}">
        <p14:creationId xmlns:p14="http://schemas.microsoft.com/office/powerpoint/2010/main" val="14550141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E323C-178D-69AF-62BA-231EE0AA052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FECF71-E36F-D6AD-B091-9ED52F89A7D2}"/>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6C534EA5-460A-B9CC-87C9-252B531048CC}"/>
              </a:ext>
            </a:extLst>
          </p:cNvPr>
          <p:cNvSpPr txBox="1">
            <a:spLocks noChangeArrowheads="1"/>
          </p:cNvSpPr>
          <p:nvPr/>
        </p:nvSpPr>
        <p:spPr bwMode="auto">
          <a:xfrm>
            <a:off x="152400" y="152445"/>
            <a:ext cx="8839200" cy="2893100"/>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898525" marR="0" lvl="0" indent="-361950" algn="just" defTabSz="914400" rtl="0" eaLnBrk="0" fontAlgn="base" latinLnBrk="0" hangingPunct="0">
              <a:lnSpc>
                <a:spcPct val="100000"/>
              </a:lnSpc>
              <a:spcBef>
                <a:spcPts val="0"/>
              </a:spcBef>
              <a:spcAft>
                <a:spcPts val="0"/>
              </a:spcAft>
              <a:buClrTx/>
              <a:buSzTx/>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898525" marR="0" lvl="0" indent="-898525" algn="just" defTabSz="914400" rtl="0" eaLnBrk="0" fontAlgn="base" latinLnBrk="0" hangingPunct="0">
              <a:lnSpc>
                <a:spcPct val="100000"/>
              </a:lnSpc>
              <a:spcBef>
                <a:spcPts val="0"/>
              </a:spcBef>
              <a:spcAft>
                <a:spcPts val="0"/>
              </a:spcAft>
              <a:buClrTx/>
              <a:buSzTx/>
              <a:buNone/>
              <a:tabLst/>
              <a:defRPr/>
            </a:pPr>
            <a:r>
              <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rPr>
              <a:t>Example: </a:t>
            </a:r>
          </a:p>
          <a:p>
            <a:pPr marL="898525" marR="0" lvl="0" indent="-898525" algn="just" defTabSz="914400" rtl="0" eaLnBrk="0" fontAlgn="base" latinLnBrk="0" hangingPunct="0">
              <a:lnSpc>
                <a:spcPct val="100000"/>
              </a:lnSpc>
              <a:spcBef>
                <a:spcPts val="0"/>
              </a:spcBef>
              <a:spcAft>
                <a:spcPts val="0"/>
              </a:spcAft>
              <a:buClrTx/>
              <a:buSzTx/>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Overview of interactions in an online order system.</a:t>
            </a:r>
          </a:p>
          <a:p>
            <a:pPr marL="898525" marR="0" lvl="0" indent="-898525" algn="just" defTabSz="914400" rtl="0" eaLnBrk="0" fontAlgn="base" latinLnBrk="0" hangingPunct="0">
              <a:lnSpc>
                <a:spcPct val="100000"/>
              </a:lnSpc>
              <a:spcBef>
                <a:spcPts val="0"/>
              </a:spcBef>
              <a:spcAft>
                <a:spcPts val="0"/>
              </a:spcAft>
              <a:buClrTx/>
              <a:buSzTx/>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898525" marR="0" lvl="0" indent="-898525" algn="just" defTabSz="914400" rtl="0" eaLnBrk="0" fontAlgn="base" latinLnBrk="0" hangingPunct="0">
              <a:lnSpc>
                <a:spcPct val="100000"/>
              </a:lnSpc>
              <a:spcBef>
                <a:spcPts val="0"/>
              </a:spcBef>
              <a:spcAft>
                <a:spcPts val="0"/>
              </a:spcAft>
              <a:buClrTx/>
              <a:buSzTx/>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898525" marR="0" lvl="0" indent="-898525" algn="just" defTabSz="914400" rtl="0" eaLnBrk="0" fontAlgn="base" latinLnBrk="0" hangingPunct="0">
              <a:lnSpc>
                <a:spcPct val="100000"/>
              </a:lnSpc>
              <a:spcBef>
                <a:spcPts val="0"/>
              </a:spcBef>
              <a:spcAft>
                <a:spcPts val="0"/>
              </a:spcAft>
              <a:buClrTx/>
              <a:buSzTx/>
              <a:buNone/>
              <a:tabLst/>
              <a:defRPr/>
            </a:pP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Another example in graphic format:</a:t>
            </a:r>
          </a:p>
          <a:p>
            <a:pPr marL="898525" marR="0" lvl="0" indent="-898525" algn="just" defTabSz="914400" rtl="0" eaLnBrk="0" fontAlgn="base" latinLnBrk="0" hangingPunct="0">
              <a:lnSpc>
                <a:spcPct val="100000"/>
              </a:lnSpc>
              <a:spcBef>
                <a:spcPts val="0"/>
              </a:spcBef>
              <a:spcAft>
                <a:spcPts val="0"/>
              </a:spcAft>
              <a:buClrTx/>
              <a:buSzTx/>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77DD0B88-057B-FE30-3BFC-11F165710C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36" y="2870330"/>
            <a:ext cx="9144000" cy="655320"/>
          </a:xfrm>
          <a:prstGeom prst="rect">
            <a:avLst/>
          </a:prstGeom>
          <a:noFill/>
          <a:ln>
            <a:noFill/>
          </a:ln>
        </p:spPr>
      </p:pic>
    </p:spTree>
    <p:extLst>
      <p:ext uri="{BB962C8B-B14F-4D97-AF65-F5344CB8AC3E}">
        <p14:creationId xmlns:p14="http://schemas.microsoft.com/office/powerpoint/2010/main" val="1324802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09288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B13A563-A347-7B9E-CDA2-FEA971D55E3D}"/>
              </a:ext>
            </a:extLst>
          </p:cNvPr>
          <p:cNvPicPr>
            <a:picLocks noChangeAspect="1"/>
          </p:cNvPicPr>
          <p:nvPr/>
        </p:nvPicPr>
        <p:blipFill>
          <a:blip r:embed="rId3"/>
          <a:stretch>
            <a:fillRect/>
          </a:stretch>
        </p:blipFill>
        <p:spPr>
          <a:xfrm>
            <a:off x="3131840" y="200010"/>
            <a:ext cx="2880319" cy="6457979"/>
          </a:xfrm>
          <a:prstGeom prst="rect">
            <a:avLst/>
          </a:prstGeom>
        </p:spPr>
      </p:pic>
    </p:spTree>
    <p:extLst>
      <p:ext uri="{BB962C8B-B14F-4D97-AF65-F5344CB8AC3E}">
        <p14:creationId xmlns:p14="http://schemas.microsoft.com/office/powerpoint/2010/main" val="36908554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739211"/>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8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kumimoji="0" lang="en-US" sz="3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lang="en-US" sz="3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kumimoji="0" lang="en-US" sz="3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r>
              <a:rPr kumimoji="0" lang="en-US" sz="3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Evolution of UML</a:t>
            </a:r>
          </a:p>
        </p:txBody>
      </p:sp>
    </p:spTree>
    <p:extLst>
      <p:ext uri="{BB962C8B-B14F-4D97-AF65-F5344CB8AC3E}">
        <p14:creationId xmlns:p14="http://schemas.microsoft.com/office/powerpoint/2010/main" val="14574124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649408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1.  UML 1.x Series (1997-2001)</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360363"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1.0 (1997):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The first version of UML was released by the Object Management Group (OMG). It was a unification of the methods of Grady Booch, James Rumbaugh, and Ivar Jacobson, known as the "three amigos.“</a:t>
            </a:r>
          </a:p>
          <a:p>
            <a:pPr marL="900113" marR="0" lvl="0" indent="-360363"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360363"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1.1 (1997):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Introduced shortly after UML 1.0 with some refinements and additional diagrams.</a:t>
            </a:r>
          </a:p>
          <a:p>
            <a:pPr marL="900113" marR="0" lvl="0" indent="-360363"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360363"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1.2 (1998):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Included further refinements and clarifications.</a:t>
            </a:r>
          </a:p>
          <a:p>
            <a:pPr marL="900113" marR="0" lvl="0" indent="-360363"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360363"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1.3 (1999):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Focused on clarifying the semantics and improving the consistency of the language.</a:t>
            </a:r>
          </a:p>
        </p:txBody>
      </p:sp>
    </p:spTree>
    <p:extLst>
      <p:ext uri="{BB962C8B-B14F-4D97-AF65-F5344CB8AC3E}">
        <p14:creationId xmlns:p14="http://schemas.microsoft.com/office/powerpoint/2010/main" val="12459338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649408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900113" marR="0" lvl="0" indent="-360363"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360363"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1.4 (2001):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Added action semantics for describing the details of operations.</a:t>
            </a:r>
          </a:p>
          <a:p>
            <a:pPr marL="900113" marR="0" lvl="0" indent="-360363"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360363"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1.5 (2003):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Introduced minor improvements and corrections, including the addition of activity diagrams as a distinct diagram type.</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514350" marR="0" lvl="0" indent="-514350" algn="just" defTabSz="914400" rtl="0" eaLnBrk="0" fontAlgn="base" latinLnBrk="0" hangingPunct="0">
              <a:lnSpc>
                <a:spcPct val="100000"/>
              </a:lnSpc>
              <a:spcBef>
                <a:spcPts val="0"/>
              </a:spcBef>
              <a:spcAft>
                <a:spcPts val="0"/>
              </a:spcAft>
              <a:buClrTx/>
              <a:buSzTx/>
              <a:buFont typeface="Arial" charset="0"/>
              <a:buAutoNum type="arabicPeriod" startAt="2"/>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2.x Series (2003-present)</a:t>
            </a:r>
          </a:p>
          <a:p>
            <a:pPr marR="0" lvl="0" algn="just" defTabSz="914400" rtl="0" eaLnBrk="0" fontAlgn="base" latinLnBrk="0" hangingPunct="0">
              <a:lnSpc>
                <a:spcPct val="100000"/>
              </a:lnSpc>
              <a:spcBef>
                <a:spcPts val="0"/>
              </a:spcBef>
              <a:spcAft>
                <a:spcPts val="0"/>
              </a:spcAft>
              <a:buClrTx/>
              <a:buSzTx/>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360363" algn="just" defTabSz="914400" rtl="0" eaLnBrk="0" fontAlgn="base" latinLnBrk="0" hangingPunct="0">
              <a:lnSpc>
                <a:spcPct val="100000"/>
              </a:lnSpc>
              <a:spcBef>
                <a:spcPts val="0"/>
              </a:spcBef>
              <a:spcAft>
                <a:spcPts val="0"/>
              </a:spcAft>
              <a:buClrTx/>
              <a:buSzTx/>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2.0 (2005):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major revision that introduced significant changes and additions.</a:t>
            </a:r>
          </a:p>
          <a:p>
            <a:pPr marL="900113" marR="0" lvl="0" indent="-360363" algn="just" defTabSz="914400" rtl="0" eaLnBrk="0" fontAlgn="base" latinLnBrk="0" hangingPunct="0">
              <a:lnSpc>
                <a:spcPct val="100000"/>
              </a:lnSpc>
              <a:spcBef>
                <a:spcPts val="0"/>
              </a:spcBef>
              <a:spcAft>
                <a:spcPts val="0"/>
              </a:spcAft>
              <a:buClrTx/>
              <a:buSzTx/>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360363" algn="just" defTabSz="914400" rtl="0" eaLnBrk="0" fontAlgn="base" latinLnBrk="0" hangingPunct="0">
              <a:lnSpc>
                <a:spcPct val="100000"/>
              </a:lnSpc>
              <a:spcBef>
                <a:spcPts val="0"/>
              </a:spcBef>
              <a:spcAft>
                <a:spcPts val="0"/>
              </a:spcAft>
              <a:buClrTx/>
              <a:buSzTx/>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2.1 (2007):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Included further refinements and corrections.</a:t>
            </a:r>
          </a:p>
        </p:txBody>
      </p:sp>
    </p:spTree>
    <p:extLst>
      <p:ext uri="{BB962C8B-B14F-4D97-AF65-F5344CB8AC3E}">
        <p14:creationId xmlns:p14="http://schemas.microsoft.com/office/powerpoint/2010/main" val="25132674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637097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900113" marR="0" lvl="0" indent="-360363" algn="just" defTabSz="914400" rtl="0" eaLnBrk="0" fontAlgn="base" latinLnBrk="0" hangingPunct="0">
              <a:lnSpc>
                <a:spcPct val="100000"/>
              </a:lnSpc>
              <a:spcBef>
                <a:spcPts val="0"/>
              </a:spcBef>
              <a:spcAft>
                <a:spcPts val="0"/>
              </a:spcAft>
              <a:buClrTx/>
              <a:buSz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2.2 (2009): </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Improved precision and clarity of the specifications, with updates to existing diagrams and better definitions.</a:t>
            </a:r>
          </a:p>
          <a:p>
            <a:pPr marL="900113" marR="0" lvl="0" indent="-360363" algn="just" defTabSz="914400" rtl="0" eaLnBrk="0" fontAlgn="base" latinLnBrk="0" hangingPunct="0">
              <a:lnSpc>
                <a:spcPct val="100000"/>
              </a:lnSpc>
              <a:spcBef>
                <a:spcPts val="0"/>
              </a:spcBef>
              <a:spcAft>
                <a:spcPts val="0"/>
              </a:spcAft>
              <a:buClrTx/>
              <a:buSzTx/>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360363" algn="just" defTabSz="914400" rtl="0" eaLnBrk="0" fontAlgn="base" latinLnBrk="0" hangingPunct="0">
              <a:lnSpc>
                <a:spcPct val="100000"/>
              </a:lnSpc>
              <a:spcBef>
                <a:spcPts val="0"/>
              </a:spcBef>
              <a:spcAft>
                <a:spcPts val="0"/>
              </a:spcAft>
              <a:buClrTx/>
              <a:buSz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2.3 (2010): </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Included minor improvements and clarifications.</a:t>
            </a:r>
          </a:p>
          <a:p>
            <a:pPr marL="900113" marR="0" lvl="0" indent="-360363" algn="just" defTabSz="914400" rtl="0" eaLnBrk="0" fontAlgn="base" latinLnBrk="0" hangingPunct="0">
              <a:lnSpc>
                <a:spcPct val="100000"/>
              </a:lnSpc>
              <a:spcBef>
                <a:spcPts val="0"/>
              </a:spcBef>
              <a:spcAft>
                <a:spcPts val="0"/>
              </a:spcAft>
              <a:buClrTx/>
              <a:buSzTx/>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360363" algn="just" defTabSz="914400" rtl="0" eaLnBrk="0" fontAlgn="base" latinLnBrk="0" hangingPunct="0">
              <a:lnSpc>
                <a:spcPct val="100000"/>
              </a:lnSpc>
              <a:spcBef>
                <a:spcPts val="0"/>
              </a:spcBef>
              <a:spcAft>
                <a:spcPts val="0"/>
              </a:spcAft>
              <a:buClrTx/>
              <a:buSz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2.4 (2011): </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Focused on aligning UML with the latest meta-object facility (MOF) standards.</a:t>
            </a:r>
          </a:p>
          <a:p>
            <a:pPr marL="900113" marR="0" lvl="0" indent="-360363" algn="just" defTabSz="914400" rtl="0" eaLnBrk="0" fontAlgn="base" latinLnBrk="0" hangingPunct="0">
              <a:lnSpc>
                <a:spcPct val="100000"/>
              </a:lnSpc>
              <a:spcBef>
                <a:spcPts val="0"/>
              </a:spcBef>
              <a:spcAft>
                <a:spcPts val="0"/>
              </a:spcAft>
              <a:buClrTx/>
              <a:buSzTx/>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360363" algn="just" defTabSz="914400" rtl="0" eaLnBrk="0" fontAlgn="base" latinLnBrk="0" hangingPunct="0">
              <a:lnSpc>
                <a:spcPct val="100000"/>
              </a:lnSpc>
              <a:spcBef>
                <a:spcPts val="0"/>
              </a:spcBef>
              <a:spcAft>
                <a:spcPts val="0"/>
              </a:spcAft>
              <a:buClrTx/>
              <a:buSz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2.5 (2015): </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Major update that streamlined and simplified the specification. The superstructure and infrastructure were combined into a single specification document.</a:t>
            </a:r>
          </a:p>
          <a:p>
            <a:pPr marL="900113" marR="0" lvl="0" indent="-360363" algn="just" defTabSz="914400" rtl="0" eaLnBrk="0" fontAlgn="base" latinLnBrk="0" hangingPunct="0">
              <a:lnSpc>
                <a:spcPct val="100000"/>
              </a:lnSpc>
              <a:spcBef>
                <a:spcPts val="0"/>
              </a:spcBef>
              <a:spcAft>
                <a:spcPts val="0"/>
              </a:spcAft>
              <a:buClrTx/>
              <a:buSzTx/>
              <a:buNone/>
              <a:tabLst/>
              <a:defRPr/>
            </a:pPr>
            <a:endParaRPr lang="en-US" sz="24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360363" algn="just" defTabSz="914400" rtl="0" eaLnBrk="0" fontAlgn="base" latinLnBrk="0" hangingPunct="0">
              <a:lnSpc>
                <a:spcPct val="100000"/>
              </a:lnSpc>
              <a:spcBef>
                <a:spcPts val="0"/>
              </a:spcBef>
              <a:spcAft>
                <a:spcPts val="0"/>
              </a:spcAft>
              <a:buClrTx/>
              <a:buSz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UML 2.5.1 (2017): </a:t>
            </a: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minor revision to fix issues and clarify ambiguities found in UML 2.5.</a:t>
            </a:r>
          </a:p>
        </p:txBody>
      </p:sp>
    </p:spTree>
    <p:extLst>
      <p:ext uri="{BB962C8B-B14F-4D97-AF65-F5344CB8AC3E}">
        <p14:creationId xmlns:p14="http://schemas.microsoft.com/office/powerpoint/2010/main" val="26696520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4893647"/>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900113" marR="0" lvl="0" indent="-900113" algn="just" defTabSz="914400" rtl="0" eaLnBrk="0" fontAlgn="base" latinLnBrk="0" hangingPunct="0">
              <a:lnSpc>
                <a:spcPct val="100000"/>
              </a:lnSpc>
              <a:spcBef>
                <a:spcPts val="0"/>
              </a:spcBef>
              <a:spcAft>
                <a:spcPts val="0"/>
              </a:spcAft>
              <a:buClrTx/>
              <a:buSzTx/>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900113" marR="0" lvl="0" indent="-900113" algn="just" defTabSz="914400" rtl="0" eaLnBrk="0" fontAlgn="base" latinLnBrk="0" hangingPunct="0">
              <a:lnSpc>
                <a:spcPct val="100000"/>
              </a:lnSpc>
              <a:spcBef>
                <a:spcPts val="0"/>
              </a:spcBef>
              <a:spcAft>
                <a:spcPts val="0"/>
              </a:spcAft>
              <a:buClrTx/>
              <a:buSzTx/>
              <a:buNone/>
              <a:tabLst/>
              <a:defRPr/>
            </a:pPr>
            <a:r>
              <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rPr>
              <a:t>3</a:t>
            </a: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UML 2.6 and beyond</a:t>
            </a:r>
          </a:p>
          <a:p>
            <a:pPr marL="900113" marR="0" lvl="0" indent="-360363" algn="just" defTabSz="914400" rtl="0" eaLnBrk="0" fontAlgn="base" latinLnBrk="0" hangingPunct="0">
              <a:lnSpc>
                <a:spcPct val="100000"/>
              </a:lnSpc>
              <a:spcBef>
                <a:spcPts val="0"/>
              </a:spcBef>
              <a:spcAft>
                <a:spcPts val="0"/>
              </a:spcAft>
              <a:buClrTx/>
              <a:buSzTx/>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539750" marR="0" lvl="0" algn="just" defTabSz="914400" rtl="0" eaLnBrk="0" fontAlgn="base" latinLnBrk="0" hangingPunct="0">
              <a:lnSpc>
                <a:spcPct val="100000"/>
              </a:lnSpc>
              <a:spcBef>
                <a:spcPts val="0"/>
              </a:spcBef>
              <a:spcAft>
                <a:spcPts val="0"/>
              </a:spcAft>
              <a:buClrTx/>
              <a:buSzTx/>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While there have been discussions and plans for further versions, UML 2.5.1 remains the latest officially released version by the OMG, reflecting the cumulative improvements made over two decades. </a:t>
            </a:r>
          </a:p>
          <a:p>
            <a:pPr marL="539750" marR="0" lvl="0" algn="just" defTabSz="914400" rtl="0" eaLnBrk="0" fontAlgn="base" latinLnBrk="0" hangingPunct="0">
              <a:lnSpc>
                <a:spcPct val="100000"/>
              </a:lnSpc>
              <a:spcBef>
                <a:spcPts val="0"/>
              </a:spcBef>
              <a:spcAft>
                <a:spcPts val="0"/>
              </a:spcAft>
              <a:buClrTx/>
              <a:buSzTx/>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539750" marR="0" lvl="0" algn="just" defTabSz="914400" rtl="0" eaLnBrk="0" fontAlgn="base" latinLnBrk="0" hangingPunct="0">
              <a:lnSpc>
                <a:spcPct val="100000"/>
              </a:lnSpc>
              <a:spcBef>
                <a:spcPts val="0"/>
              </a:spcBef>
              <a:spcAft>
                <a:spcPts val="0"/>
              </a:spcAft>
              <a:buClrTx/>
              <a:buSzTx/>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Efforts continue to maintain and improve the standard, focusing on better integration with other modeling standards and addressing feedback from the modeling community.</a:t>
            </a:r>
          </a:p>
        </p:txBody>
      </p:sp>
    </p:spTree>
    <p:extLst>
      <p:ext uri="{BB962C8B-B14F-4D97-AF65-F5344CB8AC3E}">
        <p14:creationId xmlns:p14="http://schemas.microsoft.com/office/powerpoint/2010/main" val="175191497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2862322"/>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kumimoji="0" lang="en-US" sz="3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lang="en-US" sz="3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kumimoji="0" lang="en-US" sz="3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endParaRPr lang="en-US" sz="3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ts val="0"/>
              </a:spcBef>
              <a:spcAft>
                <a:spcPts val="0"/>
              </a:spcAft>
              <a:buClrTx/>
              <a:buSzTx/>
              <a:buFont typeface="Arial" charset="0"/>
              <a:buNone/>
              <a:tabLst/>
              <a:defRPr/>
            </a:pPr>
            <a:r>
              <a:rPr kumimoji="0" lang="en-US" sz="3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Creating UML Diagrams</a:t>
            </a:r>
          </a:p>
        </p:txBody>
      </p:sp>
    </p:spTree>
    <p:extLst>
      <p:ext uri="{BB962C8B-B14F-4D97-AF65-F5344CB8AC3E}">
        <p14:creationId xmlns:p14="http://schemas.microsoft.com/office/powerpoint/2010/main" val="8942876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8543A-BDC0-B5AA-0840-B8E7BD6C5DAE}"/>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1D55FF26-8FBB-1091-0F3C-1CE881E476AC}"/>
              </a:ext>
            </a:extLst>
          </p:cNvPr>
          <p:cNvSpPr txBox="1">
            <a:spLocks noChangeArrowheads="1"/>
          </p:cNvSpPr>
          <p:nvPr/>
        </p:nvSpPr>
        <p:spPr bwMode="auto">
          <a:xfrm>
            <a:off x="152400" y="152445"/>
            <a:ext cx="8839200" cy="4893647"/>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Guidelines:</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Start with a clear understanding of the system requirements.</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Use appropriate diagrams to represent different aspects of the system.</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Keep diagrams simple and focused.</a:t>
            </a: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Use consistent notation and naming conventions.</a:t>
            </a:r>
          </a:p>
        </p:txBody>
      </p:sp>
    </p:spTree>
    <p:extLst>
      <p:ext uri="{BB962C8B-B14F-4D97-AF65-F5344CB8AC3E}">
        <p14:creationId xmlns:p14="http://schemas.microsoft.com/office/powerpoint/2010/main" val="391479706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04FE2-9385-8F80-A878-89A00CEADE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AD48350-E969-64A4-115E-8FEA92252FDB}"/>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A899D42B-9A59-5459-5DC1-9AF531758045}"/>
              </a:ext>
            </a:extLst>
          </p:cNvPr>
          <p:cNvSpPr txBox="1">
            <a:spLocks noChangeArrowheads="1"/>
          </p:cNvSpPr>
          <p:nvPr/>
        </p:nvSpPr>
        <p:spPr bwMode="auto">
          <a:xfrm>
            <a:off x="152400" y="152445"/>
            <a:ext cx="8839200" cy="6093976"/>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Common Tools used for UML Modeling</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1"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Lucidchart</a:t>
            </a: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web-based tool with advanced features</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Draw.io</a:t>
            </a:r>
            <a:r>
              <a:rPr lang="en-US" sz="2600" b="1"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r>
              <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rPr>
              <a:t>A free, web-based diagramming tool</a:t>
            </a: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1"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StarUML</a:t>
            </a: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desktop-based tool</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Visual Paradigm: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comprehensive design tool</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Enterprise Architect: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robust tool for UML Modeling</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IBM Rational Rose: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Desktop legacy tool</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Microsoft Visio: </a:t>
            </a: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A Microsoft Product</a:t>
            </a:r>
          </a:p>
        </p:txBody>
      </p:sp>
    </p:spTree>
    <p:extLst>
      <p:ext uri="{BB962C8B-B14F-4D97-AF65-F5344CB8AC3E}">
        <p14:creationId xmlns:p14="http://schemas.microsoft.com/office/powerpoint/2010/main" val="17897650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93A-85D7-3A92-C290-DEEE260869C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D635790-617E-65FC-DA81-4C1B7874AED5}"/>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493307F2-03A6-A49D-5A2F-94D46ABEE06D}"/>
              </a:ext>
            </a:extLst>
          </p:cNvPr>
          <p:cNvSpPr txBox="1">
            <a:spLocks noChangeArrowheads="1"/>
          </p:cNvSpPr>
          <p:nvPr/>
        </p:nvSpPr>
        <p:spPr bwMode="auto">
          <a:xfrm>
            <a:off x="152400" y="152445"/>
            <a:ext cx="8839200" cy="6093976"/>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The tools above are software applications (or web-based platforms) specifically designed to help you create, edit, and manage UML diagrams like class diagrams, sequence diagrams, use case diagrams, etc.</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They often include extra features such as code generation, reverse engineering, and collaboration.</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Some are web-based and require no installation – you just open them in your browser:</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Lucidchart</a:t>
            </a:r>
            <a:endPar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Draw.io (also called diagrams.net)</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6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6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Others are desktop applications – you need to install, similar to installing Word or Excel:</a:t>
            </a:r>
          </a:p>
        </p:txBody>
      </p:sp>
    </p:spTree>
    <p:extLst>
      <p:ext uri="{BB962C8B-B14F-4D97-AF65-F5344CB8AC3E}">
        <p14:creationId xmlns:p14="http://schemas.microsoft.com/office/powerpoint/2010/main" val="411955022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9A4D3-AD35-F16D-2676-0B8B3B02018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1D81781-9D83-9857-5934-6404941AE0F1}"/>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C42288A0-4E96-AE84-DFDD-13C3D2791F32}"/>
              </a:ext>
            </a:extLst>
          </p:cNvPr>
          <p:cNvSpPr txBox="1">
            <a:spLocks noChangeArrowheads="1"/>
          </p:cNvSpPr>
          <p:nvPr/>
        </p:nvSpPr>
        <p:spPr bwMode="auto">
          <a:xfrm>
            <a:off x="152400" y="152445"/>
            <a:ext cx="8839200" cy="6370975"/>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40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StarUML</a:t>
            </a: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Visual Paradigm</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Enterprise Architect</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IBM Rational Rose </a:t>
            </a:r>
            <a:r>
              <a:rPr kumimoji="0" lang="en-US" sz="2400"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(classic desktop tool, now older but still used in some organizations)</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Special Note on IBM Rational Rose</a:t>
            </a:r>
          </a:p>
          <a:p>
            <a:pPr marL="0" marR="0" lvl="0" indent="0" algn="just" defTabSz="914400" rtl="0" eaLnBrk="0" fontAlgn="base" latinLnBrk="0" hangingPunct="0">
              <a:lnSpc>
                <a:spcPct val="100000"/>
              </a:lnSpc>
              <a:spcBef>
                <a:spcPts val="0"/>
              </a:spcBef>
              <a:spcAft>
                <a:spcPts val="0"/>
              </a:spcAft>
              <a:buClrTx/>
              <a:buSzTx/>
              <a:buFont typeface="Arial" charset="0"/>
              <a:buNone/>
              <a:tabLst/>
              <a:defRPr/>
            </a:pP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It is one of the older but historically important UML modeling tools.</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It is Windows-based, requires installation, and was widely used in the 1990s–2000s for both UML diagrams and software design documentation.</a:t>
            </a: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r>
              <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Nowadays, it has largely been replaced by newer tools, but some organizations still use it for legacy projects.</a:t>
            </a:r>
          </a:p>
        </p:txBody>
      </p:sp>
    </p:spTree>
    <p:extLst>
      <p:ext uri="{BB962C8B-B14F-4D97-AF65-F5344CB8AC3E}">
        <p14:creationId xmlns:p14="http://schemas.microsoft.com/office/powerpoint/2010/main" val="9183678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9CCB3-3B96-4400-BF08-980AC09394A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54B6AC6-5285-BBD4-6807-FEB29AA570C4}"/>
              </a:ext>
            </a:extLst>
          </p:cNvPr>
          <p:cNvSpPr/>
          <p:nvPr/>
        </p:nvSpPr>
        <p:spPr>
          <a:xfrm>
            <a:off x="0" y="0"/>
            <a:ext cx="9144000" cy="6858000"/>
          </a:xfrm>
          <a:prstGeom prst="rect">
            <a:avLst/>
          </a:prstGeom>
          <a:gradFill>
            <a:gsLst>
              <a:gs pos="0">
                <a:schemeClr val="bg1">
                  <a:lumMod val="85000"/>
                </a:schemeClr>
              </a:gs>
              <a:gs pos="20000">
                <a:schemeClr val="bg1">
                  <a:lumMod val="95000"/>
                  <a:alpha val="84000"/>
                </a:schemeClr>
              </a:gs>
              <a:gs pos="25000">
                <a:schemeClr val="accent1">
                  <a:tint val="23500"/>
                  <a:satMod val="160000"/>
                  <a:alpha val="86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9219" name="TextBox 14">
            <a:extLst>
              <a:ext uri="{FF2B5EF4-FFF2-40B4-BE49-F238E27FC236}">
                <a16:creationId xmlns:a16="http://schemas.microsoft.com/office/drawing/2014/main" id="{D04FE76E-C751-5CAD-D806-8F74B6C59313}"/>
              </a:ext>
            </a:extLst>
          </p:cNvPr>
          <p:cNvSpPr txBox="1">
            <a:spLocks noChangeArrowheads="1"/>
          </p:cNvSpPr>
          <p:nvPr/>
        </p:nvSpPr>
        <p:spPr bwMode="auto">
          <a:xfrm>
            <a:off x="152400" y="152445"/>
            <a:ext cx="8839200" cy="1569660"/>
          </a:xfrm>
          <a:prstGeom prst="rect">
            <a:avLst/>
          </a:prstGeom>
          <a:no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lang="en-US" sz="24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ts val="0"/>
              </a:spcAft>
              <a:buClrTx/>
              <a:buSzTx/>
              <a:buFont typeface="Wingdings" panose="05000000000000000000" pitchFamily="2" charset="2"/>
              <a:buChar char="Ø"/>
              <a:tabLst/>
              <a:defRPr/>
            </a:pPr>
            <a:endParaRPr kumimoji="0" lang="en-US" sz="240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0C740702-2870-1BCA-179E-64304EC34D4F}"/>
              </a:ext>
            </a:extLst>
          </p:cNvPr>
          <p:cNvGraphicFramePr>
            <a:graphicFrameLocks noGrp="1"/>
          </p:cNvGraphicFramePr>
          <p:nvPr/>
        </p:nvGraphicFramePr>
        <p:xfrm>
          <a:off x="251520" y="152444"/>
          <a:ext cx="8740080" cy="6601363"/>
        </p:xfrm>
        <a:graphic>
          <a:graphicData uri="http://schemas.openxmlformats.org/drawingml/2006/table">
            <a:tbl>
              <a:tblPr/>
              <a:tblGrid>
                <a:gridCol w="2537395">
                  <a:extLst>
                    <a:ext uri="{9D8B030D-6E8A-4147-A177-3AD203B41FA5}">
                      <a16:colId xmlns:a16="http://schemas.microsoft.com/office/drawing/2014/main" val="494922457"/>
                    </a:ext>
                  </a:extLst>
                </a:gridCol>
                <a:gridCol w="2280508">
                  <a:extLst>
                    <a:ext uri="{9D8B030D-6E8A-4147-A177-3AD203B41FA5}">
                      <a16:colId xmlns:a16="http://schemas.microsoft.com/office/drawing/2014/main" val="2776015077"/>
                    </a:ext>
                  </a:extLst>
                </a:gridCol>
                <a:gridCol w="1737158">
                  <a:extLst>
                    <a:ext uri="{9D8B030D-6E8A-4147-A177-3AD203B41FA5}">
                      <a16:colId xmlns:a16="http://schemas.microsoft.com/office/drawing/2014/main" val="957553396"/>
                    </a:ext>
                  </a:extLst>
                </a:gridCol>
                <a:gridCol w="2185019">
                  <a:extLst>
                    <a:ext uri="{9D8B030D-6E8A-4147-A177-3AD203B41FA5}">
                      <a16:colId xmlns:a16="http://schemas.microsoft.com/office/drawing/2014/main" val="2537332430"/>
                    </a:ext>
                  </a:extLst>
                </a:gridCol>
              </a:tblGrid>
              <a:tr h="619888">
                <a:tc>
                  <a:txBody>
                    <a:bodyPr/>
                    <a:lstStyle/>
                    <a:p>
                      <a:pPr>
                        <a:buNone/>
                      </a:pPr>
                      <a:r>
                        <a:rPr lang="en-US" sz="2000" b="1"/>
                        <a:t>Tool</a:t>
                      </a:r>
                      <a:endParaRPr lang="en-US" sz="2000"/>
                    </a:p>
                  </a:txBody>
                  <a:tcPr marL="24635" marR="24635" marT="12317" marB="12317" anchor="ctr">
                    <a:lnL>
                      <a:noFill/>
                    </a:lnL>
                    <a:lnR>
                      <a:noFill/>
                    </a:lnR>
                    <a:lnT>
                      <a:noFill/>
                    </a:lnT>
                    <a:lnB>
                      <a:noFill/>
                    </a:lnB>
                    <a:noFill/>
                  </a:tcPr>
                </a:tc>
                <a:tc>
                  <a:txBody>
                    <a:bodyPr/>
                    <a:lstStyle/>
                    <a:p>
                      <a:pPr marL="0" indent="0">
                        <a:buNone/>
                        <a:tabLst>
                          <a:tab pos="173038" algn="l"/>
                        </a:tabLst>
                      </a:pPr>
                      <a:r>
                        <a:rPr lang="en-US" sz="2000" b="1" dirty="0"/>
                        <a:t>Type</a:t>
                      </a:r>
                      <a:endParaRPr lang="en-US" sz="2000" dirty="0"/>
                    </a:p>
                  </a:txBody>
                  <a:tcPr marL="24635" marR="24635" marT="12317" marB="12317" anchor="ctr">
                    <a:lnL>
                      <a:noFill/>
                    </a:lnL>
                    <a:lnR>
                      <a:noFill/>
                    </a:lnR>
                    <a:lnT>
                      <a:noFill/>
                    </a:lnT>
                    <a:lnB>
                      <a:noFill/>
                    </a:lnB>
                    <a:noFill/>
                  </a:tcPr>
                </a:tc>
                <a:tc>
                  <a:txBody>
                    <a:bodyPr/>
                    <a:lstStyle/>
                    <a:p>
                      <a:pPr>
                        <a:buNone/>
                      </a:pPr>
                      <a:r>
                        <a:rPr lang="en-US" sz="2000" b="1"/>
                        <a:t>Installation Required?</a:t>
                      </a:r>
                      <a:endParaRPr lang="en-US" sz="2000"/>
                    </a:p>
                  </a:txBody>
                  <a:tcPr marL="24635" marR="24635" marT="12317" marB="12317" anchor="ctr">
                    <a:lnL>
                      <a:noFill/>
                    </a:lnL>
                    <a:lnR>
                      <a:noFill/>
                    </a:lnR>
                    <a:lnT>
                      <a:noFill/>
                    </a:lnT>
                    <a:lnB>
                      <a:noFill/>
                    </a:lnB>
                    <a:noFill/>
                  </a:tcPr>
                </a:tc>
                <a:tc>
                  <a:txBody>
                    <a:bodyPr/>
                    <a:lstStyle/>
                    <a:p>
                      <a:pPr>
                        <a:buNone/>
                      </a:pPr>
                      <a:r>
                        <a:rPr lang="en-US" sz="2000" b="1" dirty="0"/>
                        <a:t>Free / Paid</a:t>
                      </a:r>
                      <a:endParaRPr lang="en-US" sz="2000" dirty="0"/>
                    </a:p>
                  </a:txBody>
                  <a:tcPr marL="24635" marR="24635" marT="12317" marB="12317" anchor="ctr">
                    <a:lnL>
                      <a:noFill/>
                    </a:lnL>
                    <a:lnR>
                      <a:noFill/>
                    </a:lnR>
                    <a:lnT>
                      <a:noFill/>
                    </a:lnT>
                    <a:lnB>
                      <a:noFill/>
                    </a:lnB>
                    <a:noFill/>
                  </a:tcPr>
                </a:tc>
                <a:extLst>
                  <a:ext uri="{0D108BD9-81ED-4DB2-BD59-A6C34878D82A}">
                    <a16:rowId xmlns:a16="http://schemas.microsoft.com/office/drawing/2014/main" val="2478863287"/>
                  </a:ext>
                </a:extLst>
              </a:tr>
              <a:tr h="946024">
                <a:tc>
                  <a:txBody>
                    <a:bodyPr/>
                    <a:lstStyle/>
                    <a:p>
                      <a:pPr>
                        <a:buNone/>
                      </a:pPr>
                      <a:r>
                        <a:rPr lang="en-US" sz="2000" b="1"/>
                        <a:t>Lucidchart</a:t>
                      </a:r>
                      <a:endParaRPr lang="en-US" sz="2000"/>
                    </a:p>
                  </a:txBody>
                  <a:tcPr marL="24635" marR="24635" marT="12317" marB="12317" anchor="ctr">
                    <a:lnL>
                      <a:noFill/>
                    </a:lnL>
                    <a:lnR>
                      <a:noFill/>
                    </a:lnR>
                    <a:lnT>
                      <a:noFill/>
                    </a:lnT>
                    <a:lnB>
                      <a:noFill/>
                    </a:lnB>
                    <a:noFill/>
                  </a:tcPr>
                </a:tc>
                <a:tc>
                  <a:txBody>
                    <a:bodyPr/>
                    <a:lstStyle/>
                    <a:p>
                      <a:pPr>
                        <a:buNone/>
                      </a:pPr>
                      <a:r>
                        <a:rPr lang="en-US" sz="2000" dirty="0"/>
                        <a:t>Web-based</a:t>
                      </a:r>
                    </a:p>
                  </a:txBody>
                  <a:tcPr marL="24635" marR="24635" marT="12317" marB="12317" anchor="ctr">
                    <a:lnL>
                      <a:noFill/>
                    </a:lnL>
                    <a:lnR>
                      <a:noFill/>
                    </a:lnR>
                    <a:lnT>
                      <a:noFill/>
                    </a:lnT>
                    <a:lnB>
                      <a:noFill/>
                    </a:lnB>
                    <a:noFill/>
                  </a:tcPr>
                </a:tc>
                <a:tc>
                  <a:txBody>
                    <a:bodyPr/>
                    <a:lstStyle/>
                    <a:p>
                      <a:pPr>
                        <a:buNone/>
                      </a:pPr>
                      <a:r>
                        <a:rPr lang="en-US" sz="2000" dirty="0"/>
                        <a:t>No</a:t>
                      </a:r>
                    </a:p>
                  </a:txBody>
                  <a:tcPr marL="24635" marR="24635" marT="12317" marB="12317" anchor="ctr">
                    <a:lnL>
                      <a:noFill/>
                    </a:lnL>
                    <a:lnR>
                      <a:noFill/>
                    </a:lnR>
                    <a:lnT>
                      <a:noFill/>
                    </a:lnT>
                    <a:lnB>
                      <a:noFill/>
                    </a:lnB>
                    <a:noFill/>
                  </a:tcPr>
                </a:tc>
                <a:tc>
                  <a:txBody>
                    <a:bodyPr/>
                    <a:lstStyle/>
                    <a:p>
                      <a:pPr>
                        <a:buNone/>
                      </a:pPr>
                      <a:r>
                        <a:rPr lang="en-US" sz="2000"/>
                        <a:t>Paid (free trial)</a:t>
                      </a:r>
                    </a:p>
                  </a:txBody>
                  <a:tcPr marL="24635" marR="24635" marT="12317" marB="12317" anchor="ctr">
                    <a:lnL>
                      <a:noFill/>
                    </a:lnL>
                    <a:lnR>
                      <a:noFill/>
                    </a:lnR>
                    <a:lnT>
                      <a:noFill/>
                    </a:lnT>
                    <a:lnB>
                      <a:noFill/>
                    </a:lnB>
                    <a:noFill/>
                  </a:tcPr>
                </a:tc>
                <a:extLst>
                  <a:ext uri="{0D108BD9-81ED-4DB2-BD59-A6C34878D82A}">
                    <a16:rowId xmlns:a16="http://schemas.microsoft.com/office/drawing/2014/main" val="359966638"/>
                  </a:ext>
                </a:extLst>
              </a:tr>
              <a:tr h="1059685">
                <a:tc>
                  <a:txBody>
                    <a:bodyPr/>
                    <a:lstStyle/>
                    <a:p>
                      <a:pPr>
                        <a:buNone/>
                      </a:pPr>
                      <a:r>
                        <a:rPr lang="en-US" sz="2000" b="1"/>
                        <a:t>Draw.io</a:t>
                      </a:r>
                      <a:r>
                        <a:rPr lang="en-US" sz="2000"/>
                        <a:t> (diagrams.net)</a:t>
                      </a:r>
                    </a:p>
                  </a:txBody>
                  <a:tcPr marL="24635" marR="24635" marT="12317" marB="12317" anchor="ctr">
                    <a:lnL>
                      <a:noFill/>
                    </a:lnL>
                    <a:lnR>
                      <a:noFill/>
                    </a:lnR>
                    <a:lnT>
                      <a:noFill/>
                    </a:lnT>
                    <a:lnB>
                      <a:noFill/>
                    </a:lnB>
                    <a:noFill/>
                  </a:tcPr>
                </a:tc>
                <a:tc>
                  <a:txBody>
                    <a:bodyPr/>
                    <a:lstStyle/>
                    <a:p>
                      <a:pPr>
                        <a:buNone/>
                      </a:pPr>
                      <a:r>
                        <a:rPr lang="en-US" sz="2000"/>
                        <a:t>Web-based / Desktop</a:t>
                      </a:r>
                    </a:p>
                  </a:txBody>
                  <a:tcPr marL="24635" marR="24635" marT="12317" marB="12317" anchor="ctr">
                    <a:lnL>
                      <a:noFill/>
                    </a:lnL>
                    <a:lnR>
                      <a:noFill/>
                    </a:lnR>
                    <a:lnT>
                      <a:noFill/>
                    </a:lnT>
                    <a:lnB>
                      <a:noFill/>
                    </a:lnB>
                    <a:noFill/>
                  </a:tcPr>
                </a:tc>
                <a:tc>
                  <a:txBody>
                    <a:bodyPr/>
                    <a:lstStyle/>
                    <a:p>
                      <a:pPr>
                        <a:buNone/>
                      </a:pPr>
                      <a:r>
                        <a:rPr lang="en-US" sz="2000"/>
                        <a:t>Optional (Desktop app available)</a:t>
                      </a:r>
                    </a:p>
                  </a:txBody>
                  <a:tcPr marL="24635" marR="24635" marT="12317" marB="12317" anchor="ctr">
                    <a:lnL>
                      <a:noFill/>
                    </a:lnL>
                    <a:lnR>
                      <a:noFill/>
                    </a:lnR>
                    <a:lnT>
                      <a:noFill/>
                    </a:lnT>
                    <a:lnB>
                      <a:noFill/>
                    </a:lnB>
                    <a:noFill/>
                  </a:tcPr>
                </a:tc>
                <a:tc>
                  <a:txBody>
                    <a:bodyPr/>
                    <a:lstStyle/>
                    <a:p>
                      <a:pPr>
                        <a:buNone/>
                      </a:pPr>
                      <a:r>
                        <a:rPr lang="en-US" sz="2000" dirty="0"/>
                        <a:t>Free</a:t>
                      </a:r>
                    </a:p>
                  </a:txBody>
                  <a:tcPr marL="24635" marR="24635" marT="12317" marB="12317" anchor="ctr">
                    <a:lnL>
                      <a:noFill/>
                    </a:lnL>
                    <a:lnR>
                      <a:noFill/>
                    </a:lnR>
                    <a:lnT>
                      <a:noFill/>
                    </a:lnT>
                    <a:lnB>
                      <a:noFill/>
                    </a:lnB>
                    <a:noFill/>
                  </a:tcPr>
                </a:tc>
                <a:extLst>
                  <a:ext uri="{0D108BD9-81ED-4DB2-BD59-A6C34878D82A}">
                    <a16:rowId xmlns:a16="http://schemas.microsoft.com/office/drawing/2014/main" val="1911904763"/>
                  </a:ext>
                </a:extLst>
              </a:tr>
              <a:tr h="868728">
                <a:tc>
                  <a:txBody>
                    <a:bodyPr/>
                    <a:lstStyle/>
                    <a:p>
                      <a:pPr>
                        <a:buNone/>
                      </a:pPr>
                      <a:r>
                        <a:rPr lang="en-US" sz="2000" b="1"/>
                        <a:t>StarUML</a:t>
                      </a:r>
                      <a:endParaRPr lang="en-US" sz="2000"/>
                    </a:p>
                  </a:txBody>
                  <a:tcPr marL="24635" marR="24635" marT="12317" marB="12317" anchor="ctr">
                    <a:lnL>
                      <a:noFill/>
                    </a:lnL>
                    <a:lnR>
                      <a:noFill/>
                    </a:lnR>
                    <a:lnT>
                      <a:noFill/>
                    </a:lnT>
                    <a:lnB>
                      <a:noFill/>
                    </a:lnB>
                    <a:noFill/>
                  </a:tcPr>
                </a:tc>
                <a:tc>
                  <a:txBody>
                    <a:bodyPr/>
                    <a:lstStyle/>
                    <a:p>
                      <a:pPr>
                        <a:buNone/>
                      </a:pPr>
                      <a:r>
                        <a:rPr lang="en-US" sz="2000"/>
                        <a:t>Desktop (Windows, macOS, Linux)</a:t>
                      </a:r>
                    </a:p>
                  </a:txBody>
                  <a:tcPr marL="24635" marR="24635" marT="12317" marB="12317" anchor="ctr">
                    <a:lnL>
                      <a:noFill/>
                    </a:lnL>
                    <a:lnR>
                      <a:noFill/>
                    </a:lnR>
                    <a:lnT>
                      <a:noFill/>
                    </a:lnT>
                    <a:lnB>
                      <a:noFill/>
                    </a:lnB>
                    <a:noFill/>
                  </a:tcPr>
                </a:tc>
                <a:tc>
                  <a:txBody>
                    <a:bodyPr/>
                    <a:lstStyle/>
                    <a:p>
                      <a:pPr>
                        <a:buNone/>
                      </a:pPr>
                      <a:r>
                        <a:rPr lang="en-US" sz="2000" dirty="0"/>
                        <a:t>Yes</a:t>
                      </a:r>
                    </a:p>
                  </a:txBody>
                  <a:tcPr marL="24635" marR="24635" marT="12317" marB="12317" anchor="ctr">
                    <a:lnL>
                      <a:noFill/>
                    </a:lnL>
                    <a:lnR>
                      <a:noFill/>
                    </a:lnR>
                    <a:lnT>
                      <a:noFill/>
                    </a:lnT>
                    <a:lnB>
                      <a:noFill/>
                    </a:lnB>
                    <a:noFill/>
                  </a:tcPr>
                </a:tc>
                <a:tc>
                  <a:txBody>
                    <a:bodyPr/>
                    <a:lstStyle/>
                    <a:p>
                      <a:pPr>
                        <a:buNone/>
                      </a:pPr>
                      <a:r>
                        <a:rPr lang="en-US" sz="2000"/>
                        <a:t>Paid (low cost)</a:t>
                      </a:r>
                    </a:p>
                  </a:txBody>
                  <a:tcPr marL="24635" marR="24635" marT="12317" marB="12317" anchor="ctr">
                    <a:lnL>
                      <a:noFill/>
                    </a:lnL>
                    <a:lnR>
                      <a:noFill/>
                    </a:lnR>
                    <a:lnT>
                      <a:noFill/>
                    </a:lnT>
                    <a:lnB>
                      <a:noFill/>
                    </a:lnB>
                    <a:noFill/>
                  </a:tcPr>
                </a:tc>
                <a:extLst>
                  <a:ext uri="{0D108BD9-81ED-4DB2-BD59-A6C34878D82A}">
                    <a16:rowId xmlns:a16="http://schemas.microsoft.com/office/drawing/2014/main" val="555773104"/>
                  </a:ext>
                </a:extLst>
              </a:tr>
              <a:tr h="1109621">
                <a:tc>
                  <a:txBody>
                    <a:bodyPr/>
                    <a:lstStyle/>
                    <a:p>
                      <a:pPr>
                        <a:buNone/>
                      </a:pPr>
                      <a:r>
                        <a:rPr lang="en-US" sz="2000" b="1"/>
                        <a:t>Visual Paradigm</a:t>
                      </a:r>
                      <a:endParaRPr lang="en-US" sz="2000"/>
                    </a:p>
                  </a:txBody>
                  <a:tcPr marL="24635" marR="24635" marT="12317" marB="12317" anchor="ctr">
                    <a:lnL>
                      <a:noFill/>
                    </a:lnL>
                    <a:lnR>
                      <a:noFill/>
                    </a:lnR>
                    <a:lnT>
                      <a:noFill/>
                    </a:lnT>
                    <a:lnB>
                      <a:noFill/>
                    </a:lnB>
                    <a:noFill/>
                  </a:tcPr>
                </a:tc>
                <a:tc>
                  <a:txBody>
                    <a:bodyPr/>
                    <a:lstStyle/>
                    <a:p>
                      <a:pPr>
                        <a:buNone/>
                      </a:pPr>
                      <a:r>
                        <a:rPr lang="en-US" sz="2000"/>
                        <a:t>Web-based / Desktop</a:t>
                      </a:r>
                    </a:p>
                  </a:txBody>
                  <a:tcPr marL="24635" marR="24635" marT="12317" marB="12317" anchor="ctr">
                    <a:lnL>
                      <a:noFill/>
                    </a:lnL>
                    <a:lnR>
                      <a:noFill/>
                    </a:lnR>
                    <a:lnT>
                      <a:noFill/>
                    </a:lnT>
                    <a:lnB>
                      <a:noFill/>
                    </a:lnB>
                    <a:noFill/>
                  </a:tcPr>
                </a:tc>
                <a:tc>
                  <a:txBody>
                    <a:bodyPr/>
                    <a:lstStyle/>
                    <a:p>
                      <a:pPr>
                        <a:buNone/>
                      </a:pPr>
                      <a:r>
                        <a:rPr lang="en-US" sz="2000" dirty="0"/>
                        <a:t>Optional</a:t>
                      </a:r>
                    </a:p>
                  </a:txBody>
                  <a:tcPr marL="24635" marR="24635" marT="12317" marB="12317" anchor="ctr">
                    <a:lnL>
                      <a:noFill/>
                    </a:lnL>
                    <a:lnR>
                      <a:noFill/>
                    </a:lnR>
                    <a:lnT>
                      <a:noFill/>
                    </a:lnT>
                    <a:lnB>
                      <a:noFill/>
                    </a:lnB>
                    <a:noFill/>
                  </a:tcPr>
                </a:tc>
                <a:tc>
                  <a:txBody>
                    <a:bodyPr/>
                    <a:lstStyle/>
                    <a:p>
                      <a:pPr>
                        <a:buNone/>
                      </a:pPr>
                      <a:r>
                        <a:rPr lang="en-US" sz="2000" dirty="0"/>
                        <a:t>Paid (Community Edition free)</a:t>
                      </a:r>
                    </a:p>
                  </a:txBody>
                  <a:tcPr marL="24635" marR="24635" marT="12317" marB="12317" anchor="ctr">
                    <a:lnL>
                      <a:noFill/>
                    </a:lnL>
                    <a:lnR>
                      <a:noFill/>
                    </a:lnR>
                    <a:lnT>
                      <a:noFill/>
                    </a:lnT>
                    <a:lnB>
                      <a:noFill/>
                    </a:lnB>
                    <a:noFill/>
                  </a:tcPr>
                </a:tc>
                <a:extLst>
                  <a:ext uri="{0D108BD9-81ED-4DB2-BD59-A6C34878D82A}">
                    <a16:rowId xmlns:a16="http://schemas.microsoft.com/office/drawing/2014/main" val="3700217288"/>
                  </a:ext>
                </a:extLst>
              </a:tr>
              <a:tr h="1150707">
                <a:tc>
                  <a:txBody>
                    <a:bodyPr/>
                    <a:lstStyle/>
                    <a:p>
                      <a:pPr>
                        <a:buNone/>
                      </a:pPr>
                      <a:r>
                        <a:rPr lang="en-US" sz="2000" b="1"/>
                        <a:t>Enterprise Architect</a:t>
                      </a:r>
                      <a:endParaRPr lang="en-US" sz="2000"/>
                    </a:p>
                  </a:txBody>
                  <a:tcPr marL="24635" marR="24635" marT="12317" marB="12317" anchor="ctr">
                    <a:lnL>
                      <a:noFill/>
                    </a:lnL>
                    <a:lnR>
                      <a:noFill/>
                    </a:lnR>
                    <a:lnT>
                      <a:noFill/>
                    </a:lnT>
                    <a:lnB>
                      <a:noFill/>
                    </a:lnB>
                    <a:noFill/>
                  </a:tcPr>
                </a:tc>
                <a:tc>
                  <a:txBody>
                    <a:bodyPr/>
                    <a:lstStyle/>
                    <a:p>
                      <a:pPr>
                        <a:buNone/>
                      </a:pPr>
                      <a:r>
                        <a:rPr lang="en-US" sz="2000"/>
                        <a:t>Desktop (Windows, with Linux/macOS via Wine)</a:t>
                      </a:r>
                    </a:p>
                  </a:txBody>
                  <a:tcPr marL="24635" marR="24635" marT="12317" marB="12317" anchor="ctr">
                    <a:lnL>
                      <a:noFill/>
                    </a:lnL>
                    <a:lnR>
                      <a:noFill/>
                    </a:lnR>
                    <a:lnT>
                      <a:noFill/>
                    </a:lnT>
                    <a:lnB>
                      <a:noFill/>
                    </a:lnB>
                    <a:noFill/>
                  </a:tcPr>
                </a:tc>
                <a:tc>
                  <a:txBody>
                    <a:bodyPr/>
                    <a:lstStyle/>
                    <a:p>
                      <a:pPr>
                        <a:buNone/>
                      </a:pPr>
                      <a:r>
                        <a:rPr lang="en-US" sz="2000" dirty="0"/>
                        <a:t>Yes</a:t>
                      </a:r>
                    </a:p>
                  </a:txBody>
                  <a:tcPr marL="24635" marR="24635" marT="12317" marB="12317" anchor="ctr">
                    <a:lnL>
                      <a:noFill/>
                    </a:lnL>
                    <a:lnR>
                      <a:noFill/>
                    </a:lnR>
                    <a:lnT>
                      <a:noFill/>
                    </a:lnT>
                    <a:lnB>
                      <a:noFill/>
                    </a:lnB>
                    <a:noFill/>
                  </a:tcPr>
                </a:tc>
                <a:tc>
                  <a:txBody>
                    <a:bodyPr/>
                    <a:lstStyle/>
                    <a:p>
                      <a:pPr>
                        <a:buNone/>
                      </a:pPr>
                      <a:r>
                        <a:rPr lang="en-US" sz="2000"/>
                        <a:t>Paid</a:t>
                      </a:r>
                    </a:p>
                  </a:txBody>
                  <a:tcPr marL="24635" marR="24635" marT="12317" marB="12317" anchor="ctr">
                    <a:lnL>
                      <a:noFill/>
                    </a:lnL>
                    <a:lnR>
                      <a:noFill/>
                    </a:lnR>
                    <a:lnT>
                      <a:noFill/>
                    </a:lnT>
                    <a:lnB>
                      <a:noFill/>
                    </a:lnB>
                    <a:noFill/>
                  </a:tcPr>
                </a:tc>
                <a:extLst>
                  <a:ext uri="{0D108BD9-81ED-4DB2-BD59-A6C34878D82A}">
                    <a16:rowId xmlns:a16="http://schemas.microsoft.com/office/drawing/2014/main" val="2483444157"/>
                  </a:ext>
                </a:extLst>
              </a:tr>
              <a:tr h="832364">
                <a:tc>
                  <a:txBody>
                    <a:bodyPr/>
                    <a:lstStyle/>
                    <a:p>
                      <a:pPr>
                        <a:buNone/>
                      </a:pPr>
                      <a:r>
                        <a:rPr lang="en-US" sz="2000" b="1"/>
                        <a:t>IBM Rational Rose</a:t>
                      </a:r>
                      <a:endParaRPr lang="en-US" sz="2000"/>
                    </a:p>
                  </a:txBody>
                  <a:tcPr marL="24635" marR="24635" marT="12317" marB="12317" anchor="ctr">
                    <a:lnL>
                      <a:noFill/>
                    </a:lnL>
                    <a:lnR>
                      <a:noFill/>
                    </a:lnR>
                    <a:lnT>
                      <a:noFill/>
                    </a:lnT>
                    <a:lnB>
                      <a:noFill/>
                    </a:lnB>
                    <a:noFill/>
                  </a:tcPr>
                </a:tc>
                <a:tc>
                  <a:txBody>
                    <a:bodyPr/>
                    <a:lstStyle/>
                    <a:p>
                      <a:pPr>
                        <a:buNone/>
                      </a:pPr>
                      <a:r>
                        <a:rPr lang="en-US" sz="2000" dirty="0"/>
                        <a:t>Desktop (Windows)</a:t>
                      </a:r>
                    </a:p>
                  </a:txBody>
                  <a:tcPr marL="24635" marR="24635" marT="12317" marB="12317" anchor="ctr">
                    <a:lnL>
                      <a:noFill/>
                    </a:lnL>
                    <a:lnR>
                      <a:noFill/>
                    </a:lnR>
                    <a:lnT>
                      <a:noFill/>
                    </a:lnT>
                    <a:lnB>
                      <a:noFill/>
                    </a:lnB>
                    <a:noFill/>
                  </a:tcPr>
                </a:tc>
                <a:tc>
                  <a:txBody>
                    <a:bodyPr/>
                    <a:lstStyle/>
                    <a:p>
                      <a:pPr>
                        <a:buNone/>
                      </a:pPr>
                      <a:r>
                        <a:rPr lang="en-US" sz="2000" dirty="0"/>
                        <a:t>Yes</a:t>
                      </a:r>
                    </a:p>
                  </a:txBody>
                  <a:tcPr marL="24635" marR="24635" marT="12317" marB="12317" anchor="ctr">
                    <a:lnL>
                      <a:noFill/>
                    </a:lnL>
                    <a:lnR>
                      <a:noFill/>
                    </a:lnR>
                    <a:lnT>
                      <a:noFill/>
                    </a:lnT>
                    <a:lnB>
                      <a:noFill/>
                    </a:lnB>
                    <a:noFill/>
                  </a:tcPr>
                </a:tc>
                <a:tc>
                  <a:txBody>
                    <a:bodyPr/>
                    <a:lstStyle/>
                    <a:p>
                      <a:pPr>
                        <a:buNone/>
                      </a:pPr>
                      <a:r>
                        <a:rPr lang="en-US" sz="2000" dirty="0"/>
                        <a:t>Paid (legacy product)</a:t>
                      </a:r>
                    </a:p>
                  </a:txBody>
                  <a:tcPr marL="24635" marR="24635" marT="12317" marB="12317" anchor="ctr">
                    <a:lnL>
                      <a:noFill/>
                    </a:lnL>
                    <a:lnR>
                      <a:noFill/>
                    </a:lnR>
                    <a:lnT>
                      <a:noFill/>
                    </a:lnT>
                    <a:lnB>
                      <a:noFill/>
                    </a:lnB>
                    <a:noFill/>
                  </a:tcPr>
                </a:tc>
                <a:extLst>
                  <a:ext uri="{0D108BD9-81ED-4DB2-BD59-A6C34878D82A}">
                    <a16:rowId xmlns:a16="http://schemas.microsoft.com/office/drawing/2014/main" val="2836023193"/>
                  </a:ext>
                </a:extLst>
              </a:tr>
            </a:tbl>
          </a:graphicData>
        </a:graphic>
      </p:graphicFrame>
    </p:spTree>
    <p:extLst>
      <p:ext uri="{BB962C8B-B14F-4D97-AF65-F5344CB8AC3E}">
        <p14:creationId xmlns:p14="http://schemas.microsoft.com/office/powerpoint/2010/main" val="23139432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8650" y="2664059"/>
            <a:ext cx="7886700" cy="994172"/>
          </a:xfrm>
        </p:spPr>
        <p:txBody>
          <a:bodyPr/>
          <a:lstStyle/>
          <a:p>
            <a:pPr algn="ctr"/>
            <a:r>
              <a:rPr lang="en-US" b="1" dirty="0"/>
              <a:t>QUESTIONS</a:t>
            </a:r>
          </a:p>
        </p:txBody>
      </p:sp>
      <p:sp>
        <p:nvSpPr>
          <p:cNvPr id="5" name="Content Placeholder 4"/>
          <p:cNvSpPr>
            <a:spLocks noGrp="1"/>
          </p:cNvSpPr>
          <p:nvPr>
            <p:ph idx="1"/>
          </p:nvPr>
        </p:nvSpPr>
        <p:spPr>
          <a:xfrm>
            <a:off x="628650" y="3509682"/>
            <a:ext cx="7886700" cy="1980290"/>
          </a:xfrm>
        </p:spPr>
        <p:txBody>
          <a:bodyPr/>
          <a:lstStyle/>
          <a:p>
            <a:pPr marL="0" indent="0">
              <a:buNone/>
            </a:pPr>
            <a:r>
              <a:rPr lang="en-US" dirty="0"/>
              <a:t>   </a:t>
            </a:r>
          </a:p>
        </p:txBody>
      </p:sp>
    </p:spTree>
    <p:extLst>
      <p:ext uri="{BB962C8B-B14F-4D97-AF65-F5344CB8AC3E}">
        <p14:creationId xmlns:p14="http://schemas.microsoft.com/office/powerpoint/2010/main" val="41840799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AutoShape 4">
            <a:extLst>
              <a:ext uri="{FF2B5EF4-FFF2-40B4-BE49-F238E27FC236}">
                <a16:creationId xmlns:a16="http://schemas.microsoft.com/office/drawing/2014/main" id="{54CF9CA3-35EE-4F94-B683-97B7FE3D98BA}"/>
              </a:ext>
            </a:extLst>
          </p:cNvPr>
          <p:cNvSpPr>
            <a:spLocks noChangeArrowheads="1"/>
          </p:cNvSpPr>
          <p:nvPr/>
        </p:nvSpPr>
        <p:spPr bwMode="auto">
          <a:xfrm>
            <a:off x="990600" y="1458913"/>
            <a:ext cx="3124200" cy="1600200"/>
          </a:xfrm>
          <a:prstGeom prst="wedgeEllipseCallout">
            <a:avLst>
              <a:gd name="adj1" fmla="val 149032"/>
              <a:gd name="adj2" fmla="val 27181"/>
            </a:avLst>
          </a:prstGeom>
          <a:solidFill>
            <a:schemeClr val="accent1"/>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4800" b="0" i="0" u="none" strike="noStrike" kern="1200" cap="none" spc="0" normalizeH="0" baseline="0" noProof="0">
                <a:ln>
                  <a:noFill/>
                </a:ln>
                <a:solidFill>
                  <a:srgbClr val="FFFF00"/>
                </a:solidFill>
                <a:effectLst/>
                <a:uLnTx/>
                <a:uFillTx/>
                <a:latin typeface="Times New Roman" panose="02020603050405020304" pitchFamily="18" charset="0"/>
                <a:ea typeface="+mn-ea"/>
                <a:cs typeface="Arial" panose="020B0604020202020204" pitchFamily="34" charset="0"/>
              </a:rPr>
              <a:t>END</a:t>
            </a:r>
          </a:p>
        </p:txBody>
      </p:sp>
      <p:sp>
        <p:nvSpPr>
          <p:cNvPr id="117763" name="AutoShape 5">
            <a:extLst>
              <a:ext uri="{FF2B5EF4-FFF2-40B4-BE49-F238E27FC236}">
                <a16:creationId xmlns:a16="http://schemas.microsoft.com/office/drawing/2014/main" id="{25295739-3589-474C-AFCA-DA6DDA794B35}"/>
              </a:ext>
            </a:extLst>
          </p:cNvPr>
          <p:cNvSpPr>
            <a:spLocks noChangeArrowheads="1"/>
          </p:cNvSpPr>
          <p:nvPr/>
        </p:nvSpPr>
        <p:spPr bwMode="auto">
          <a:xfrm>
            <a:off x="1143000" y="3657600"/>
            <a:ext cx="4038600" cy="2286000"/>
          </a:xfrm>
          <a:prstGeom prst="wedgeEllipseCallout">
            <a:avLst>
              <a:gd name="adj1" fmla="val 85102"/>
              <a:gd name="adj2" fmla="val -89306"/>
            </a:avLst>
          </a:prstGeom>
          <a:solidFill>
            <a:schemeClr val="accent1"/>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4800" b="0" i="0" u="none" strike="noStrike" kern="1200" cap="none" spc="0" normalizeH="0" baseline="0" noProof="0">
                <a:ln>
                  <a:noFill/>
                </a:ln>
                <a:solidFill>
                  <a:srgbClr val="FFFF00"/>
                </a:solidFill>
                <a:effectLst/>
                <a:uLnTx/>
                <a:uFillTx/>
                <a:latin typeface="Times New Roman" panose="02020603050405020304" pitchFamily="18" charset="0"/>
                <a:ea typeface="+mn-ea"/>
                <a:cs typeface="Arial" panose="020B0604020202020204" pitchFamily="34" charset="0"/>
              </a:rPr>
              <a:t>THANK YOU !</a:t>
            </a:r>
          </a:p>
        </p:txBody>
      </p:sp>
      <p:sp>
        <p:nvSpPr>
          <p:cNvPr id="117764" name="AutoShape 6">
            <a:extLst>
              <a:ext uri="{FF2B5EF4-FFF2-40B4-BE49-F238E27FC236}">
                <a16:creationId xmlns:a16="http://schemas.microsoft.com/office/drawing/2014/main" id="{369B94D3-FECF-4904-9A58-EB176F5D4778}"/>
              </a:ext>
            </a:extLst>
          </p:cNvPr>
          <p:cNvSpPr>
            <a:spLocks noChangeArrowheads="1"/>
          </p:cNvSpPr>
          <p:nvPr/>
        </p:nvSpPr>
        <p:spPr bwMode="auto">
          <a:xfrm>
            <a:off x="5407025" y="1458913"/>
            <a:ext cx="2895600" cy="2286000"/>
          </a:xfrm>
          <a:prstGeom prst="smileyFace">
            <a:avLst>
              <a:gd name="adj" fmla="val 4653"/>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pic>
        <p:nvPicPr>
          <p:cNvPr id="117765" name="Picture 7" descr="Animated Flag of Zambia  ">
            <a:extLst>
              <a:ext uri="{FF2B5EF4-FFF2-40B4-BE49-F238E27FC236}">
                <a16:creationId xmlns:a16="http://schemas.microsoft.com/office/drawing/2014/main" id="{40330F82-882D-4357-837A-18F456FCA8E6}"/>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60338" y="87313"/>
            <a:ext cx="8572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TM04033925[[fn=Droplet]]</Template>
  <TotalTime>19363</TotalTime>
  <Words>4173</Words>
  <Application>Microsoft Office PowerPoint</Application>
  <PresentationFormat>On-screen Show (4:3)</PresentationFormat>
  <Paragraphs>753</Paragraphs>
  <Slides>89</Slides>
  <Notes>88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89</vt:i4>
      </vt:variant>
    </vt:vector>
  </HeadingPairs>
  <TitlesOfParts>
    <vt:vector size="96" baseType="lpstr">
      <vt:lpstr>Arial</vt:lpstr>
      <vt:lpstr>Calibri</vt:lpstr>
      <vt:lpstr>Times New Roman</vt:lpstr>
      <vt:lpstr>Tw Cen MT</vt:lpstr>
      <vt:lpstr>Wingdings</vt:lpstr>
      <vt:lpstr>Droplet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nmoola</dc:creator>
  <cp:lastModifiedBy>Nalumino  Moola</cp:lastModifiedBy>
  <cp:revision>735</cp:revision>
  <cp:lastPrinted>2012-05-19T18:06:28Z</cp:lastPrinted>
  <dcterms:created xsi:type="dcterms:W3CDTF">2010-01-14T06:27:54Z</dcterms:created>
  <dcterms:modified xsi:type="dcterms:W3CDTF">2025-09-14T12:52:48Z</dcterms:modified>
</cp:coreProperties>
</file>